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0" r:id="rId4"/>
    <p:sldMasterId id="2147483681" r:id="rId5"/>
    <p:sldMasterId id="2147483682" r:id="rId6"/>
    <p:sldMasterId id="2147483683" r:id="rId7"/>
    <p:sldMasterId id="2147483684"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Lst>
  <p:sldSz cy="5143500" cx="9144000"/>
  <p:notesSz cx="6858000" cy="9144000"/>
  <p:embeddedFontLst>
    <p:embeddedFont>
      <p:font typeface="Playfair Display Medium"/>
      <p:regular r:id="rId30"/>
      <p:bold r:id="rId31"/>
      <p:italic r:id="rId32"/>
      <p:boldItalic r:id="rId33"/>
    </p:embeddedFont>
    <p:embeddedFont>
      <p:font typeface="DM Sans Medium"/>
      <p:regular r:id="rId34"/>
      <p:bold r:id="rId35"/>
      <p:italic r:id="rId36"/>
      <p:boldItalic r:id="rId37"/>
    </p:embeddedFont>
    <p:embeddedFont>
      <p:font typeface="Playfair Display"/>
      <p:regular r:id="rId38"/>
      <p:bold r:id="rId39"/>
      <p:italic r:id="rId40"/>
      <p:boldItalic r:id="rId41"/>
    </p:embeddedFont>
    <p:embeddedFont>
      <p:font typeface="Noto Sans Symbols"/>
      <p:regular r:id="rId42"/>
      <p:bold r:id="rId43"/>
    </p:embeddedFont>
    <p:embeddedFont>
      <p:font typeface="DM Sans"/>
      <p:regular r:id="rId44"/>
      <p:bold r:id="rId45"/>
      <p:italic r:id="rId46"/>
      <p:boldItalic r:id="rId47"/>
    </p:embeddedFont>
    <p:embeddedFont>
      <p:font typeface="Playfair Display SemiBold"/>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B810A66-331B-41DF-9ABD-91934B9F1DE6}">
  <a:tblStyle styleId="{4B810A66-331B-41DF-9ABD-91934B9F1DE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PlayfairDisplay-italic.fntdata"/><Relationship Id="rId42" Type="http://schemas.openxmlformats.org/officeDocument/2006/relationships/font" Target="fonts/NotoSansSymbols-regular.fntdata"/><Relationship Id="rId41" Type="http://schemas.openxmlformats.org/officeDocument/2006/relationships/font" Target="fonts/PlayfairDisplay-boldItalic.fntdata"/><Relationship Id="rId44" Type="http://schemas.openxmlformats.org/officeDocument/2006/relationships/font" Target="fonts/DMSans-regular.fntdata"/><Relationship Id="rId43" Type="http://schemas.openxmlformats.org/officeDocument/2006/relationships/font" Target="fonts/NotoSansSymbols-bold.fntdata"/><Relationship Id="rId46" Type="http://schemas.openxmlformats.org/officeDocument/2006/relationships/font" Target="fonts/DMSans-italic.fntdata"/><Relationship Id="rId45" Type="http://schemas.openxmlformats.org/officeDocument/2006/relationships/font" Target="fonts/DMSans-bold.fntdata"/><Relationship Id="rId1" Type="http://schemas.openxmlformats.org/officeDocument/2006/relationships/theme" Target="theme/theme4.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notesMaster" Target="notesMasters/notesMaster1.xml"/><Relationship Id="rId48" Type="http://schemas.openxmlformats.org/officeDocument/2006/relationships/font" Target="fonts/PlayfairDisplaySemiBold-regular.fntdata"/><Relationship Id="rId47" Type="http://schemas.openxmlformats.org/officeDocument/2006/relationships/font" Target="fonts/DMSans-boldItalic.fntdata"/><Relationship Id="rId49" Type="http://schemas.openxmlformats.org/officeDocument/2006/relationships/font" Target="fonts/PlayfairDisplaySemiBold-bold.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31" Type="http://schemas.openxmlformats.org/officeDocument/2006/relationships/font" Target="fonts/PlayfairDisplayMedium-bold.fntdata"/><Relationship Id="rId30" Type="http://schemas.openxmlformats.org/officeDocument/2006/relationships/font" Target="fonts/PlayfairDisplayMedium-regular.fntdata"/><Relationship Id="rId33" Type="http://schemas.openxmlformats.org/officeDocument/2006/relationships/font" Target="fonts/PlayfairDisplayMedium-boldItalic.fntdata"/><Relationship Id="rId32" Type="http://schemas.openxmlformats.org/officeDocument/2006/relationships/font" Target="fonts/PlayfairDisplayMedium-italic.fntdata"/><Relationship Id="rId35" Type="http://schemas.openxmlformats.org/officeDocument/2006/relationships/font" Target="fonts/DMSansMedium-bold.fntdata"/><Relationship Id="rId34" Type="http://schemas.openxmlformats.org/officeDocument/2006/relationships/font" Target="fonts/DMSansMedium-regular.fntdata"/><Relationship Id="rId37" Type="http://schemas.openxmlformats.org/officeDocument/2006/relationships/font" Target="fonts/DMSansMedium-boldItalic.fntdata"/><Relationship Id="rId36" Type="http://schemas.openxmlformats.org/officeDocument/2006/relationships/font" Target="fonts/DMSansMedium-italic.fntdata"/><Relationship Id="rId39" Type="http://schemas.openxmlformats.org/officeDocument/2006/relationships/font" Target="fonts/PlayfairDisplay-bold.fntdata"/><Relationship Id="rId38" Type="http://schemas.openxmlformats.org/officeDocument/2006/relationships/font" Target="fonts/PlayfairDisplay-regular.fntdata"/><Relationship Id="rId20" Type="http://schemas.openxmlformats.org/officeDocument/2006/relationships/slide" Target="slides/slide11.xml"/><Relationship Id="rId22" Type="http://schemas.openxmlformats.org/officeDocument/2006/relationships/slide" Target="slides/slide13.xml"/><Relationship Id="rId21" Type="http://schemas.openxmlformats.org/officeDocument/2006/relationships/slide" Target="slides/slide12.xml"/><Relationship Id="rId24" Type="http://schemas.openxmlformats.org/officeDocument/2006/relationships/slide" Target="slides/slide15.xml"/><Relationship Id="rId23" Type="http://schemas.openxmlformats.org/officeDocument/2006/relationships/slide" Target="slides/slide14.xml"/><Relationship Id="rId26" Type="http://schemas.openxmlformats.org/officeDocument/2006/relationships/slide" Target="slides/slide17.xml"/><Relationship Id="rId25" Type="http://schemas.openxmlformats.org/officeDocument/2006/relationships/slide" Target="slides/slide16.xml"/><Relationship Id="rId28" Type="http://schemas.openxmlformats.org/officeDocument/2006/relationships/slide" Target="slides/slide19.xml"/><Relationship Id="rId27" Type="http://schemas.openxmlformats.org/officeDocument/2006/relationships/slide" Target="slides/slide18.xml"/><Relationship Id="rId29" Type="http://schemas.openxmlformats.org/officeDocument/2006/relationships/slide" Target="slides/slide20.xml"/><Relationship Id="rId51" Type="http://schemas.openxmlformats.org/officeDocument/2006/relationships/font" Target="fonts/PlayfairDisplaySemiBold-boldItalic.fntdata"/><Relationship Id="rId50" Type="http://schemas.openxmlformats.org/officeDocument/2006/relationships/font" Target="fonts/PlayfairDisplaySemiBold-italic.fntdata"/><Relationship Id="rId11" Type="http://schemas.openxmlformats.org/officeDocument/2006/relationships/slide" Target="slides/slide2.xml"/><Relationship Id="rId10" Type="http://schemas.openxmlformats.org/officeDocument/2006/relationships/slide" Target="slides/slide1.xml"/><Relationship Id="rId13" Type="http://schemas.openxmlformats.org/officeDocument/2006/relationships/slide" Target="slides/slide4.xml"/><Relationship Id="rId12" Type="http://schemas.openxmlformats.org/officeDocument/2006/relationships/slide" Target="slides/slide3.xml"/><Relationship Id="rId15" Type="http://schemas.openxmlformats.org/officeDocument/2006/relationships/slide" Target="slides/slide6.xml"/><Relationship Id="rId14" Type="http://schemas.openxmlformats.org/officeDocument/2006/relationships/slide" Target="slides/slide5.xml"/><Relationship Id="rId17" Type="http://schemas.openxmlformats.org/officeDocument/2006/relationships/slide" Target="slides/slide8.xml"/><Relationship Id="rId16" Type="http://schemas.openxmlformats.org/officeDocument/2006/relationships/slide" Target="slides/slide7.xml"/><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d8afb5b706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g3d8afb5b706_1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d8afb5b706_1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g3d8afb5b706_1_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d8afb5b706_1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g3d8afb5b706_1_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d8afb5b706_1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g3d8afb5b706_1_2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d8c5975ac7_25_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d8c5975ac7_25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e61849586f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e61849586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d8c5975ac7_25_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d8c5975ac7_25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d8c5975ac7_0_1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d8c5975ac7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e61849586f_35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e61849586f_35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e61849586f_35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g3e61849586f_35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d8c5975ac7_25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g3d8c5975ac7_25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e61849586f_0_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g3e61849586f_0_4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e61849586f_0_70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3e61849586f_0_7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d8c5975ac7_3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g3d8c5975ac7_34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solidFill>
          <a:schemeClr val="lt1"/>
        </a:solidFill>
      </p:bgPr>
    </p:bg>
    <p:spTree>
      <p:nvGrpSpPr>
        <p:cNvPr id="6" name="Shape 6"/>
        <p:cNvGrpSpPr/>
        <p:nvPr/>
      </p:nvGrpSpPr>
      <p:grpSpPr>
        <a:xfrm>
          <a:off x="0" y="0"/>
          <a:ext cx="0" cy="0"/>
          <a:chOff x="0" y="0"/>
          <a:chExt cx="0" cy="0"/>
        </a:xfrm>
      </p:grpSpPr>
      <p:sp>
        <p:nvSpPr>
          <p:cNvPr id="7" name="Google Shape;7;p2"/>
          <p:cNvSpPr txBox="1"/>
          <p:nvPr>
            <p:ph type="title"/>
          </p:nvPr>
        </p:nvSpPr>
        <p:spPr>
          <a:xfrm>
            <a:off x="713160" y="2560680"/>
            <a:ext cx="4595400" cy="189216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cxnSp>
        <p:nvCxnSpPr>
          <p:cNvPr id="8" name="Google Shape;8;p2"/>
          <p:cNvCxnSpPr/>
          <p:nvPr/>
        </p:nvCxnSpPr>
        <p:spPr>
          <a:xfrm>
            <a:off x="3166920" y="539280"/>
            <a:ext cx="6073200" cy="360"/>
          </a:xfrm>
          <a:prstGeom prst="straightConnector1">
            <a:avLst/>
          </a:prstGeom>
          <a:noFill/>
          <a:ln cap="flat" cmpd="sng" w="9525">
            <a:solidFill>
              <a:srgbClr val="333333"/>
            </a:solidFill>
            <a:prstDash val="solid"/>
            <a:round/>
            <a:headEnd len="sm" w="sm" type="none"/>
            <a:tailEnd len="sm" w="sm" type="none"/>
          </a:ln>
        </p:spPr>
      </p:cxnSp>
      <p:cxnSp>
        <p:nvCxnSpPr>
          <p:cNvPr id="9" name="Google Shape;9;p2"/>
          <p:cNvCxnSpPr/>
          <p:nvPr/>
        </p:nvCxnSpPr>
        <p:spPr>
          <a:xfrm flipH="1" rot="10800000">
            <a:off x="8430480" y="-28080"/>
            <a:ext cx="360" cy="4632120"/>
          </a:xfrm>
          <a:prstGeom prst="straightConnector1">
            <a:avLst/>
          </a:prstGeom>
          <a:noFill/>
          <a:ln cap="flat" cmpd="sng" w="9525">
            <a:solidFill>
              <a:srgbClr val="333333"/>
            </a:solidFill>
            <a:prstDash val="solid"/>
            <a:round/>
            <a:headEnd len="sm" w="sm" type="none"/>
            <a:tailEnd len="sm" w="sm" type="none"/>
          </a:ln>
        </p:spPr>
      </p:cxnSp>
      <p:sp>
        <p:nvSpPr>
          <p:cNvPr id="10" name="Google Shape;10;p2"/>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0_1" type="blank">
  <p:cSld name="BLANK">
    <p:bg>
      <p:bgPr>
        <a:solidFill>
          <a:schemeClr val="lt1"/>
        </a:solidFill>
      </p:bgPr>
    </p:bg>
    <p:spTree>
      <p:nvGrpSpPr>
        <p:cNvPr id="11" name="Shape 11"/>
        <p:cNvGrpSpPr/>
        <p:nvPr/>
      </p:nvGrpSpPr>
      <p:grpSpPr>
        <a:xfrm>
          <a:off x="0" y="0"/>
          <a:ext cx="0" cy="0"/>
          <a:chOff x="0" y="0"/>
          <a:chExt cx="0" cy="0"/>
        </a:xfrm>
      </p:grpSpPr>
      <p:sp>
        <p:nvSpPr>
          <p:cNvPr id="12" name="Google Shape;12;p3"/>
          <p:cNvSpPr txBox="1"/>
          <p:nvPr>
            <p:ph type="title"/>
          </p:nvPr>
        </p:nvSpPr>
        <p:spPr>
          <a:xfrm>
            <a:off x="713160" y="444960"/>
            <a:ext cx="463572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3" name="Google Shape;13;p3"/>
          <p:cNvSpPr txBox="1"/>
          <p:nvPr>
            <p:ph idx="1" type="body"/>
          </p:nvPr>
        </p:nvSpPr>
        <p:spPr>
          <a:xfrm>
            <a:off x="713160" y="1406880"/>
            <a:ext cx="7717320" cy="252468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cxnSp>
        <p:nvCxnSpPr>
          <p:cNvPr id="14" name="Google Shape;14;p3"/>
          <p:cNvCxnSpPr/>
          <p:nvPr/>
        </p:nvCxnSpPr>
        <p:spPr>
          <a:xfrm>
            <a:off x="7160760" y="302760"/>
            <a:ext cx="2079000" cy="360"/>
          </a:xfrm>
          <a:prstGeom prst="straightConnector1">
            <a:avLst/>
          </a:prstGeom>
          <a:noFill/>
          <a:ln cap="flat" cmpd="sng" w="9525">
            <a:solidFill>
              <a:srgbClr val="333333"/>
            </a:solidFill>
            <a:prstDash val="solid"/>
            <a:round/>
            <a:headEnd len="sm" w="sm" type="none"/>
            <a:tailEnd len="sm" w="sm" type="none"/>
          </a:ln>
        </p:spPr>
      </p:cxnSp>
      <p:cxnSp>
        <p:nvCxnSpPr>
          <p:cNvPr id="15" name="Google Shape;15;p3"/>
          <p:cNvCxnSpPr/>
          <p:nvPr/>
        </p:nvCxnSpPr>
        <p:spPr>
          <a:xfrm flipH="1" rot="10800000">
            <a:off x="8768520" y="-28080"/>
            <a:ext cx="360" cy="4632120"/>
          </a:xfrm>
          <a:prstGeom prst="straightConnector1">
            <a:avLst/>
          </a:prstGeom>
          <a:noFill/>
          <a:ln cap="flat" cmpd="sng" w="9525">
            <a:solidFill>
              <a:srgbClr val="333333"/>
            </a:solidFill>
            <a:prstDash val="solid"/>
            <a:round/>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 type="secHead">
  <p:cSld name="SECTION_HEADER">
    <p:bg>
      <p:bgPr>
        <a:solidFill>
          <a:schemeClr val="lt1"/>
        </a:solidFill>
      </p:bgPr>
    </p:bg>
    <p:spTree>
      <p:nvGrpSpPr>
        <p:cNvPr id="16" name="Shape 16"/>
        <p:cNvGrpSpPr/>
        <p:nvPr/>
      </p:nvGrpSpPr>
      <p:grpSpPr>
        <a:xfrm>
          <a:off x="0" y="0"/>
          <a:ext cx="0" cy="0"/>
          <a:chOff x="0" y="0"/>
          <a:chExt cx="0" cy="0"/>
        </a:xfrm>
      </p:grpSpPr>
      <p:sp>
        <p:nvSpPr>
          <p:cNvPr id="17" name="Google Shape;17;p4"/>
          <p:cNvSpPr txBox="1"/>
          <p:nvPr>
            <p:ph type="title"/>
          </p:nvPr>
        </p:nvSpPr>
        <p:spPr>
          <a:xfrm>
            <a:off x="713160" y="3762360"/>
            <a:ext cx="2822400" cy="8413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8" name="Google Shape;18;p4"/>
          <p:cNvSpPr txBox="1"/>
          <p:nvPr>
            <p:ph idx="2" type="title"/>
          </p:nvPr>
        </p:nvSpPr>
        <p:spPr>
          <a:xfrm>
            <a:off x="713160" y="2734560"/>
            <a:ext cx="1288440" cy="8413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9" name="Google Shape;19;p4"/>
          <p:cNvSpPr txBox="1"/>
          <p:nvPr>
            <p:ph idx="1" type="body"/>
          </p:nvPr>
        </p:nvSpPr>
        <p:spPr>
          <a:xfrm>
            <a:off x="5468760" y="819360"/>
            <a:ext cx="2623320" cy="3826440"/>
          </a:xfrm>
          <a:prstGeom prst="rect">
            <a:avLst/>
          </a:prstGeom>
          <a:noFill/>
          <a:ln>
            <a:noFill/>
          </a:ln>
        </p:spPr>
        <p:txBody>
          <a:bodyPr anchorCtr="0" anchor="t" bIns="45000" lIns="90000" spcFirstLastPara="1" rIns="90000" wrap="square" tIns="450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cxnSp>
        <p:nvCxnSpPr>
          <p:cNvPr id="20" name="Google Shape;20;p4"/>
          <p:cNvCxnSpPr/>
          <p:nvPr/>
        </p:nvCxnSpPr>
        <p:spPr>
          <a:xfrm>
            <a:off x="3166920" y="539280"/>
            <a:ext cx="6073200" cy="360"/>
          </a:xfrm>
          <a:prstGeom prst="straightConnector1">
            <a:avLst/>
          </a:prstGeom>
          <a:noFill/>
          <a:ln cap="flat" cmpd="sng" w="9525">
            <a:solidFill>
              <a:srgbClr val="333333"/>
            </a:solidFill>
            <a:prstDash val="solid"/>
            <a:round/>
            <a:headEnd len="sm" w="sm" type="none"/>
            <a:tailEnd len="sm" w="sm" type="none"/>
          </a:ln>
        </p:spPr>
      </p:cxnSp>
      <p:cxnSp>
        <p:nvCxnSpPr>
          <p:cNvPr id="21" name="Google Shape;21;p4"/>
          <p:cNvCxnSpPr/>
          <p:nvPr/>
        </p:nvCxnSpPr>
        <p:spPr>
          <a:xfrm flipH="1" rot="10800000">
            <a:off x="8430480" y="-28080"/>
            <a:ext cx="360" cy="4632120"/>
          </a:xfrm>
          <a:prstGeom prst="straightConnector1">
            <a:avLst/>
          </a:prstGeom>
          <a:noFill/>
          <a:ln cap="flat" cmpd="sng" w="9525">
            <a:solidFill>
              <a:srgbClr val="333333"/>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 type="tx">
  <p:cSld name="TITLE_AND_BODY">
    <p:bg>
      <p:bgPr>
        <a:solidFill>
          <a:schemeClr val="lt1"/>
        </a:solidFill>
      </p:bgPr>
    </p:bg>
    <p:spTree>
      <p:nvGrpSpPr>
        <p:cNvPr id="22" name="Shape 22"/>
        <p:cNvGrpSpPr/>
        <p:nvPr/>
      </p:nvGrpSpPr>
      <p:grpSpPr>
        <a:xfrm>
          <a:off x="0" y="0"/>
          <a:ext cx="0" cy="0"/>
          <a:chOff x="0" y="0"/>
          <a:chExt cx="0" cy="0"/>
        </a:xfrm>
      </p:grpSpPr>
      <p:sp>
        <p:nvSpPr>
          <p:cNvPr id="23" name="Google Shape;23;p5"/>
          <p:cNvSpPr txBox="1"/>
          <p:nvPr>
            <p:ph type="title"/>
          </p:nvPr>
        </p:nvSpPr>
        <p:spPr>
          <a:xfrm>
            <a:off x="720000" y="444960"/>
            <a:ext cx="770364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4" name="Google Shape;24;p5"/>
          <p:cNvSpPr txBox="1"/>
          <p:nvPr>
            <p:ph idx="1" type="body"/>
          </p:nvPr>
        </p:nvSpPr>
        <p:spPr>
          <a:xfrm>
            <a:off x="720000" y="1187640"/>
            <a:ext cx="7703640" cy="38772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cxnSp>
        <p:nvCxnSpPr>
          <p:cNvPr id="25" name="Google Shape;25;p5"/>
          <p:cNvCxnSpPr/>
          <p:nvPr/>
        </p:nvCxnSpPr>
        <p:spPr>
          <a:xfrm>
            <a:off x="7160760" y="302760"/>
            <a:ext cx="2079000" cy="360"/>
          </a:xfrm>
          <a:prstGeom prst="straightConnector1">
            <a:avLst/>
          </a:prstGeom>
          <a:noFill/>
          <a:ln cap="flat" cmpd="sng" w="9525">
            <a:solidFill>
              <a:srgbClr val="333333"/>
            </a:solidFill>
            <a:prstDash val="solid"/>
            <a:round/>
            <a:headEnd len="sm" w="sm" type="none"/>
            <a:tailEnd len="sm" w="sm" type="none"/>
          </a:ln>
        </p:spPr>
      </p:cxnSp>
      <p:cxnSp>
        <p:nvCxnSpPr>
          <p:cNvPr id="26" name="Google Shape;26;p5"/>
          <p:cNvCxnSpPr/>
          <p:nvPr/>
        </p:nvCxnSpPr>
        <p:spPr>
          <a:xfrm flipH="1" rot="10800000">
            <a:off x="8768520" y="-28080"/>
            <a:ext cx="360" cy="4632120"/>
          </a:xfrm>
          <a:prstGeom prst="straightConnector1">
            <a:avLst/>
          </a:prstGeom>
          <a:noFill/>
          <a:ln cap="flat" cmpd="sng" w="9525">
            <a:solidFill>
              <a:srgbClr val="333333"/>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3_1">
  <p:cSld name="CUSTOM_3_1">
    <p:bg>
      <p:bgPr>
        <a:solidFill>
          <a:schemeClr val="lt1"/>
        </a:solidFill>
      </p:bgPr>
    </p:bg>
    <p:spTree>
      <p:nvGrpSpPr>
        <p:cNvPr id="27" name="Shape 27"/>
        <p:cNvGrpSpPr/>
        <p:nvPr/>
      </p:nvGrpSpPr>
      <p:grpSpPr>
        <a:xfrm>
          <a:off x="0" y="0"/>
          <a:ext cx="0" cy="0"/>
          <a:chOff x="0" y="0"/>
          <a:chExt cx="0" cy="0"/>
        </a:xfrm>
      </p:grpSpPr>
      <p:sp>
        <p:nvSpPr>
          <p:cNvPr id="28" name="Google Shape;28;p6"/>
          <p:cNvSpPr txBox="1"/>
          <p:nvPr>
            <p:ph type="title"/>
          </p:nvPr>
        </p:nvSpPr>
        <p:spPr>
          <a:xfrm>
            <a:off x="734760" y="2908080"/>
            <a:ext cx="3107880" cy="72504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cxnSp>
        <p:nvCxnSpPr>
          <p:cNvPr id="29" name="Google Shape;29;p6"/>
          <p:cNvCxnSpPr/>
          <p:nvPr/>
        </p:nvCxnSpPr>
        <p:spPr>
          <a:xfrm>
            <a:off x="3166920" y="539280"/>
            <a:ext cx="6073200" cy="360"/>
          </a:xfrm>
          <a:prstGeom prst="straightConnector1">
            <a:avLst/>
          </a:prstGeom>
          <a:noFill/>
          <a:ln cap="flat" cmpd="sng" w="9525">
            <a:solidFill>
              <a:srgbClr val="333333"/>
            </a:solidFill>
            <a:prstDash val="solid"/>
            <a:round/>
            <a:headEnd len="sm" w="sm" type="none"/>
            <a:tailEnd len="sm" w="sm" type="none"/>
          </a:ln>
        </p:spPr>
      </p:cxnSp>
      <p:cxnSp>
        <p:nvCxnSpPr>
          <p:cNvPr id="30" name="Google Shape;30;p6"/>
          <p:cNvCxnSpPr/>
          <p:nvPr/>
        </p:nvCxnSpPr>
        <p:spPr>
          <a:xfrm flipH="1" rot="10800000">
            <a:off x="8430480" y="-28080"/>
            <a:ext cx="360" cy="4632120"/>
          </a:xfrm>
          <a:prstGeom prst="straightConnector1">
            <a:avLst/>
          </a:prstGeom>
          <a:noFill/>
          <a:ln cap="flat" cmpd="sng" w="9525">
            <a:solidFill>
              <a:srgbClr val="333333"/>
            </a:solidFill>
            <a:prstDash val="solid"/>
            <a:round/>
            <a:headEnd len="sm" w="sm" type="none"/>
            <a:tailEnd len="sm" w="sm" type="none"/>
          </a:ln>
        </p:spPr>
      </p:cxnSp>
      <p:sp>
        <p:nvSpPr>
          <p:cNvPr id="31" name="Google Shape;31;p6"/>
          <p:cNvSpPr/>
          <p:nvPr/>
        </p:nvSpPr>
        <p:spPr>
          <a:xfrm>
            <a:off x="4050720" y="3730320"/>
            <a:ext cx="4253760" cy="55584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000" u="none" cap="none" strike="noStrike">
                <a:solidFill>
                  <a:schemeClr val="dk1"/>
                </a:solidFill>
                <a:latin typeface="DM Sans"/>
                <a:ea typeface="DM Sans"/>
                <a:cs typeface="DM Sans"/>
                <a:sym typeface="DM Sans"/>
              </a:rPr>
              <a:t>CREDITS:</a:t>
            </a:r>
            <a:r>
              <a:rPr b="0" i="0" lang="en-US" sz="1000" u="none" cap="none" strike="noStrike">
                <a:solidFill>
                  <a:schemeClr val="dk1"/>
                </a:solidFill>
                <a:latin typeface="DM Sans"/>
                <a:ea typeface="DM Sans"/>
                <a:cs typeface="DM Sans"/>
                <a:sym typeface="DM Sans"/>
              </a:rPr>
              <a:t> This presentation template was created by </a:t>
            </a:r>
            <a:r>
              <a:rPr b="1" i="0" lang="en-US" sz="1000" u="sng" cap="none" strike="noStrike">
                <a:solidFill>
                  <a:schemeClr val="hlink"/>
                </a:solidFill>
                <a:latin typeface="DM Sans"/>
                <a:ea typeface="DM Sans"/>
                <a:cs typeface="DM Sans"/>
                <a:sym typeface="DM Sans"/>
                <a:hlinkClick r:id="rId2"/>
              </a:rPr>
              <a:t>Slidesgo</a:t>
            </a:r>
            <a:r>
              <a:rPr b="0" i="0" lang="en-US" sz="1000" u="none" cap="none" strike="noStrike">
                <a:solidFill>
                  <a:schemeClr val="dk1"/>
                </a:solidFill>
                <a:latin typeface="DM Sans"/>
                <a:ea typeface="DM Sans"/>
                <a:cs typeface="DM Sans"/>
                <a:sym typeface="DM Sans"/>
              </a:rPr>
              <a:t>, and includes icons by </a:t>
            </a:r>
            <a:r>
              <a:rPr b="1" i="0" lang="en-US" sz="1000" u="sng" cap="none" strike="noStrike">
                <a:solidFill>
                  <a:schemeClr val="hlink"/>
                </a:solidFill>
                <a:latin typeface="DM Sans"/>
                <a:ea typeface="DM Sans"/>
                <a:cs typeface="DM Sans"/>
                <a:sym typeface="DM Sans"/>
                <a:hlinkClick r:id="rId3"/>
              </a:rPr>
              <a:t>Flaticon</a:t>
            </a:r>
            <a:r>
              <a:rPr b="0" i="0" lang="en-US" sz="1000" u="none" cap="none" strike="noStrike">
                <a:solidFill>
                  <a:schemeClr val="dk1"/>
                </a:solidFill>
                <a:latin typeface="DM Sans"/>
                <a:ea typeface="DM Sans"/>
                <a:cs typeface="DM Sans"/>
                <a:sym typeface="DM Sans"/>
              </a:rPr>
              <a:t>, and infographics &amp; images by </a:t>
            </a:r>
            <a:r>
              <a:rPr b="1" i="0" lang="en-US" sz="1000" u="sng" cap="none" strike="noStrike">
                <a:solidFill>
                  <a:schemeClr val="hlink"/>
                </a:solidFill>
                <a:latin typeface="DM Sans"/>
                <a:ea typeface="DM Sans"/>
                <a:cs typeface="DM Sans"/>
                <a:sym typeface="DM Sans"/>
                <a:hlinkClick r:id="rId4"/>
              </a:rPr>
              <a:t>Freepik</a:t>
            </a:r>
            <a:r>
              <a:rPr b="0" i="0" lang="en-US" sz="1000" u="sng" cap="none" strike="noStrike">
                <a:solidFill>
                  <a:schemeClr val="dk1"/>
                </a:solidFill>
                <a:latin typeface="DM Sans"/>
                <a:ea typeface="DM Sans"/>
                <a:cs typeface="DM Sans"/>
                <a:sym typeface="DM Sans"/>
              </a:rPr>
              <a:t> </a:t>
            </a:r>
            <a:endParaRPr b="0" i="0" sz="1000" u="none" cap="none" strike="noStrike">
              <a:solidFill>
                <a:srgbClr val="000000"/>
              </a:solidFill>
              <a:latin typeface="Noto Sans Symbols"/>
              <a:ea typeface="Noto Sans Symbols"/>
              <a:cs typeface="Noto Sans Symbols"/>
              <a:sym typeface="Noto Sans Symbol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solidFill>
          <a:schemeClr val="lt1"/>
        </a:solid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713160" y="2560680"/>
            <a:ext cx="4595400" cy="18921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cxnSp>
        <p:nvCxnSpPr>
          <p:cNvPr id="35" name="Google Shape;35;p8"/>
          <p:cNvCxnSpPr/>
          <p:nvPr/>
        </p:nvCxnSpPr>
        <p:spPr>
          <a:xfrm>
            <a:off x="3166920" y="539280"/>
            <a:ext cx="6073200" cy="300"/>
          </a:xfrm>
          <a:prstGeom prst="straightConnector1">
            <a:avLst/>
          </a:prstGeom>
          <a:noFill/>
          <a:ln cap="flat" cmpd="sng" w="9525">
            <a:solidFill>
              <a:srgbClr val="333333"/>
            </a:solidFill>
            <a:prstDash val="solid"/>
            <a:round/>
            <a:headEnd len="sm" w="sm" type="none"/>
            <a:tailEnd len="sm" w="sm" type="none"/>
          </a:ln>
        </p:spPr>
      </p:cxnSp>
      <p:cxnSp>
        <p:nvCxnSpPr>
          <p:cNvPr id="36" name="Google Shape;36;p8"/>
          <p:cNvCxnSpPr/>
          <p:nvPr/>
        </p:nvCxnSpPr>
        <p:spPr>
          <a:xfrm flipH="1" rot="10800000">
            <a:off x="8430480" y="-27960"/>
            <a:ext cx="300" cy="4632000"/>
          </a:xfrm>
          <a:prstGeom prst="straightConnector1">
            <a:avLst/>
          </a:prstGeom>
          <a:noFill/>
          <a:ln cap="flat" cmpd="sng" w="9525">
            <a:solidFill>
              <a:srgbClr val="333333"/>
            </a:solidFill>
            <a:prstDash val="solid"/>
            <a:round/>
            <a:headEnd len="sm" w="sm" type="none"/>
            <a:tailEnd len="sm" w="sm" type="none"/>
          </a:ln>
        </p:spPr>
      </p:cxnSp>
      <p:sp>
        <p:nvSpPr>
          <p:cNvPr id="37" name="Google Shape;37;p8"/>
          <p:cNvSpPr txBox="1"/>
          <p:nvPr>
            <p:ph idx="1" type="body"/>
          </p:nvPr>
        </p:nvSpPr>
        <p:spPr>
          <a:xfrm>
            <a:off x="457200" y="1203480"/>
            <a:ext cx="8229300" cy="298290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0_1" type="blank">
  <p:cSld name="BLANK">
    <p:bg>
      <p:bgPr>
        <a:solidFill>
          <a:schemeClr val="lt1"/>
        </a:solidFill>
      </p:bgPr>
    </p:bg>
    <p:spTree>
      <p:nvGrpSpPr>
        <p:cNvPr id="38" name="Shape 38"/>
        <p:cNvGrpSpPr/>
        <p:nvPr/>
      </p:nvGrpSpPr>
      <p:grpSpPr>
        <a:xfrm>
          <a:off x="0" y="0"/>
          <a:ext cx="0" cy="0"/>
          <a:chOff x="0" y="0"/>
          <a:chExt cx="0" cy="0"/>
        </a:xfrm>
      </p:grpSpPr>
      <p:sp>
        <p:nvSpPr>
          <p:cNvPr id="39" name="Google Shape;39;p9"/>
          <p:cNvSpPr txBox="1"/>
          <p:nvPr>
            <p:ph type="title"/>
          </p:nvPr>
        </p:nvSpPr>
        <p:spPr>
          <a:xfrm>
            <a:off x="713160" y="444960"/>
            <a:ext cx="463560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0" name="Google Shape;40;p9"/>
          <p:cNvSpPr txBox="1"/>
          <p:nvPr>
            <p:ph idx="1" type="body"/>
          </p:nvPr>
        </p:nvSpPr>
        <p:spPr>
          <a:xfrm>
            <a:off x="713160" y="1406880"/>
            <a:ext cx="7717200" cy="25248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cxnSp>
        <p:nvCxnSpPr>
          <p:cNvPr id="41" name="Google Shape;41;p9"/>
          <p:cNvCxnSpPr/>
          <p:nvPr/>
        </p:nvCxnSpPr>
        <p:spPr>
          <a:xfrm>
            <a:off x="7160760" y="302760"/>
            <a:ext cx="2079000" cy="300"/>
          </a:xfrm>
          <a:prstGeom prst="straightConnector1">
            <a:avLst/>
          </a:prstGeom>
          <a:noFill/>
          <a:ln cap="flat" cmpd="sng" w="9525">
            <a:solidFill>
              <a:srgbClr val="333333"/>
            </a:solidFill>
            <a:prstDash val="solid"/>
            <a:round/>
            <a:headEnd len="sm" w="sm" type="none"/>
            <a:tailEnd len="sm" w="sm" type="none"/>
          </a:ln>
        </p:spPr>
      </p:cxnSp>
      <p:cxnSp>
        <p:nvCxnSpPr>
          <p:cNvPr id="42" name="Google Shape;42;p9"/>
          <p:cNvCxnSpPr/>
          <p:nvPr/>
        </p:nvCxnSpPr>
        <p:spPr>
          <a:xfrm flipH="1" rot="10800000">
            <a:off x="8768520" y="-27960"/>
            <a:ext cx="300" cy="4632000"/>
          </a:xfrm>
          <a:prstGeom prst="straightConnector1">
            <a:avLst/>
          </a:prstGeom>
          <a:noFill/>
          <a:ln cap="flat" cmpd="sng" w="9525">
            <a:solidFill>
              <a:srgbClr val="333333"/>
            </a:solidFill>
            <a:prstDash val="solid"/>
            <a:round/>
            <a:headEnd len="sm" w="sm" type="none"/>
            <a:tailEnd len="sm" w="sm"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 type="secHead">
  <p:cSld name="SECTION_HEADER">
    <p:bg>
      <p:bgPr>
        <a:solidFill>
          <a:schemeClr val="lt1"/>
        </a:solidFill>
      </p:bgPr>
    </p:bg>
    <p:spTree>
      <p:nvGrpSpPr>
        <p:cNvPr id="43" name="Shape 43"/>
        <p:cNvGrpSpPr/>
        <p:nvPr/>
      </p:nvGrpSpPr>
      <p:grpSpPr>
        <a:xfrm>
          <a:off x="0" y="0"/>
          <a:ext cx="0" cy="0"/>
          <a:chOff x="0" y="0"/>
          <a:chExt cx="0" cy="0"/>
        </a:xfrm>
      </p:grpSpPr>
      <p:sp>
        <p:nvSpPr>
          <p:cNvPr id="44" name="Google Shape;44;p10"/>
          <p:cNvSpPr txBox="1"/>
          <p:nvPr>
            <p:ph type="title"/>
          </p:nvPr>
        </p:nvSpPr>
        <p:spPr>
          <a:xfrm>
            <a:off x="713160" y="3762360"/>
            <a:ext cx="2822400" cy="84120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5" name="Google Shape;45;p10"/>
          <p:cNvSpPr txBox="1"/>
          <p:nvPr>
            <p:ph idx="2" type="title"/>
          </p:nvPr>
        </p:nvSpPr>
        <p:spPr>
          <a:xfrm>
            <a:off x="713160" y="2734560"/>
            <a:ext cx="1288500" cy="84120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6" name="Google Shape;46;p10"/>
          <p:cNvSpPr txBox="1"/>
          <p:nvPr>
            <p:ph idx="1" type="body"/>
          </p:nvPr>
        </p:nvSpPr>
        <p:spPr>
          <a:xfrm>
            <a:off x="5468760" y="819360"/>
            <a:ext cx="2623200" cy="3826500"/>
          </a:xfrm>
          <a:prstGeom prst="rect">
            <a:avLst/>
          </a:prstGeom>
          <a:noFill/>
          <a:ln>
            <a:noFill/>
          </a:ln>
        </p:spPr>
        <p:txBody>
          <a:bodyPr anchorCtr="0" anchor="t" bIns="45000" lIns="90000" spcFirstLastPara="1" rIns="90000" wrap="square" tIns="450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cxnSp>
        <p:nvCxnSpPr>
          <p:cNvPr id="47" name="Google Shape;47;p10"/>
          <p:cNvCxnSpPr/>
          <p:nvPr/>
        </p:nvCxnSpPr>
        <p:spPr>
          <a:xfrm>
            <a:off x="3166920" y="539280"/>
            <a:ext cx="6073200" cy="300"/>
          </a:xfrm>
          <a:prstGeom prst="straightConnector1">
            <a:avLst/>
          </a:prstGeom>
          <a:noFill/>
          <a:ln cap="flat" cmpd="sng" w="9525">
            <a:solidFill>
              <a:srgbClr val="333333"/>
            </a:solidFill>
            <a:prstDash val="solid"/>
            <a:round/>
            <a:headEnd len="sm" w="sm" type="none"/>
            <a:tailEnd len="sm" w="sm" type="none"/>
          </a:ln>
        </p:spPr>
      </p:cxnSp>
      <p:cxnSp>
        <p:nvCxnSpPr>
          <p:cNvPr id="48" name="Google Shape;48;p10"/>
          <p:cNvCxnSpPr/>
          <p:nvPr/>
        </p:nvCxnSpPr>
        <p:spPr>
          <a:xfrm flipH="1" rot="10800000">
            <a:off x="8430480" y="-27960"/>
            <a:ext cx="300" cy="4632000"/>
          </a:xfrm>
          <a:prstGeom prst="straightConnector1">
            <a:avLst/>
          </a:prstGeom>
          <a:noFill/>
          <a:ln cap="flat" cmpd="sng" w="9525">
            <a:solidFill>
              <a:srgbClr val="333333"/>
            </a:solidFill>
            <a:prstDash val="solid"/>
            <a:round/>
            <a:headEnd len="sm" w="sm" type="none"/>
            <a:tailEnd len="sm" w="sm"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 type="tx">
  <p:cSld name="TITLE_AND_BODY">
    <p:bg>
      <p:bgPr>
        <a:solidFill>
          <a:schemeClr val="lt1"/>
        </a:solidFill>
      </p:bgPr>
    </p:bg>
    <p:spTree>
      <p:nvGrpSpPr>
        <p:cNvPr id="49" name="Shape 49"/>
        <p:cNvGrpSpPr/>
        <p:nvPr/>
      </p:nvGrpSpPr>
      <p:grpSpPr>
        <a:xfrm>
          <a:off x="0" y="0"/>
          <a:ext cx="0" cy="0"/>
          <a:chOff x="0" y="0"/>
          <a:chExt cx="0" cy="0"/>
        </a:xfrm>
      </p:grpSpPr>
      <p:sp>
        <p:nvSpPr>
          <p:cNvPr id="50" name="Google Shape;50;p11"/>
          <p:cNvSpPr txBox="1"/>
          <p:nvPr>
            <p:ph type="title"/>
          </p:nvPr>
        </p:nvSpPr>
        <p:spPr>
          <a:xfrm>
            <a:off x="720000" y="444960"/>
            <a:ext cx="770370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1" name="Google Shape;51;p11"/>
          <p:cNvSpPr txBox="1"/>
          <p:nvPr>
            <p:ph idx="1" type="body"/>
          </p:nvPr>
        </p:nvSpPr>
        <p:spPr>
          <a:xfrm>
            <a:off x="720000" y="1187640"/>
            <a:ext cx="7703700" cy="3876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cxnSp>
        <p:nvCxnSpPr>
          <p:cNvPr id="52" name="Google Shape;52;p11"/>
          <p:cNvCxnSpPr/>
          <p:nvPr/>
        </p:nvCxnSpPr>
        <p:spPr>
          <a:xfrm>
            <a:off x="7160760" y="302760"/>
            <a:ext cx="2079000" cy="300"/>
          </a:xfrm>
          <a:prstGeom prst="straightConnector1">
            <a:avLst/>
          </a:prstGeom>
          <a:noFill/>
          <a:ln cap="flat" cmpd="sng" w="9525">
            <a:solidFill>
              <a:srgbClr val="333333"/>
            </a:solidFill>
            <a:prstDash val="solid"/>
            <a:round/>
            <a:headEnd len="sm" w="sm" type="none"/>
            <a:tailEnd len="sm" w="sm" type="none"/>
          </a:ln>
        </p:spPr>
      </p:cxnSp>
      <p:cxnSp>
        <p:nvCxnSpPr>
          <p:cNvPr id="53" name="Google Shape;53;p11"/>
          <p:cNvCxnSpPr/>
          <p:nvPr/>
        </p:nvCxnSpPr>
        <p:spPr>
          <a:xfrm flipH="1" rot="10800000">
            <a:off x="8768520" y="-27960"/>
            <a:ext cx="300" cy="4632000"/>
          </a:xfrm>
          <a:prstGeom prst="straightConnector1">
            <a:avLst/>
          </a:prstGeom>
          <a:noFill/>
          <a:ln cap="flat" cmpd="sng" w="9525">
            <a:solidFill>
              <a:srgbClr val="333333"/>
            </a:solidFill>
            <a:prstDash val="solid"/>
            <a:round/>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3_1">
  <p:cSld name="CUSTOM_3_1">
    <p:bg>
      <p:bgPr>
        <a:solidFill>
          <a:schemeClr val="lt1"/>
        </a:solidFill>
      </p:bgPr>
    </p:bg>
    <p:spTree>
      <p:nvGrpSpPr>
        <p:cNvPr id="54" name="Shape 54"/>
        <p:cNvGrpSpPr/>
        <p:nvPr/>
      </p:nvGrpSpPr>
      <p:grpSpPr>
        <a:xfrm>
          <a:off x="0" y="0"/>
          <a:ext cx="0" cy="0"/>
          <a:chOff x="0" y="0"/>
          <a:chExt cx="0" cy="0"/>
        </a:xfrm>
      </p:grpSpPr>
      <p:sp>
        <p:nvSpPr>
          <p:cNvPr id="55" name="Google Shape;55;p12"/>
          <p:cNvSpPr txBox="1"/>
          <p:nvPr>
            <p:ph type="title"/>
          </p:nvPr>
        </p:nvSpPr>
        <p:spPr>
          <a:xfrm>
            <a:off x="734760" y="2908080"/>
            <a:ext cx="3108000" cy="7251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cxnSp>
        <p:nvCxnSpPr>
          <p:cNvPr id="56" name="Google Shape;56;p12"/>
          <p:cNvCxnSpPr/>
          <p:nvPr/>
        </p:nvCxnSpPr>
        <p:spPr>
          <a:xfrm>
            <a:off x="3166920" y="539280"/>
            <a:ext cx="6073200" cy="300"/>
          </a:xfrm>
          <a:prstGeom prst="straightConnector1">
            <a:avLst/>
          </a:prstGeom>
          <a:noFill/>
          <a:ln cap="flat" cmpd="sng" w="9525">
            <a:solidFill>
              <a:srgbClr val="333333"/>
            </a:solidFill>
            <a:prstDash val="solid"/>
            <a:round/>
            <a:headEnd len="sm" w="sm" type="none"/>
            <a:tailEnd len="sm" w="sm" type="none"/>
          </a:ln>
        </p:spPr>
      </p:cxnSp>
      <p:cxnSp>
        <p:nvCxnSpPr>
          <p:cNvPr id="57" name="Google Shape;57;p12"/>
          <p:cNvCxnSpPr/>
          <p:nvPr/>
        </p:nvCxnSpPr>
        <p:spPr>
          <a:xfrm flipH="1" rot="10800000">
            <a:off x="8430480" y="-27960"/>
            <a:ext cx="300" cy="4632000"/>
          </a:xfrm>
          <a:prstGeom prst="straightConnector1">
            <a:avLst/>
          </a:prstGeom>
          <a:noFill/>
          <a:ln cap="flat" cmpd="sng" w="9525">
            <a:solidFill>
              <a:srgbClr val="333333"/>
            </a:solidFill>
            <a:prstDash val="solid"/>
            <a:round/>
            <a:headEnd len="sm" w="sm" type="none"/>
            <a:tailEnd len="sm" w="sm" type="none"/>
          </a:ln>
        </p:spPr>
      </p:cxnSp>
      <p:sp>
        <p:nvSpPr>
          <p:cNvPr id="58" name="Google Shape;58;p12"/>
          <p:cNvSpPr/>
          <p:nvPr/>
        </p:nvSpPr>
        <p:spPr>
          <a:xfrm>
            <a:off x="4050720" y="3730320"/>
            <a:ext cx="4253700" cy="555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000" u="none" cap="none" strike="noStrike">
                <a:solidFill>
                  <a:schemeClr val="dk1"/>
                </a:solidFill>
                <a:latin typeface="DM Sans"/>
                <a:ea typeface="DM Sans"/>
                <a:cs typeface="DM Sans"/>
                <a:sym typeface="DM Sans"/>
              </a:rPr>
              <a:t>CREDITS:</a:t>
            </a:r>
            <a:r>
              <a:rPr b="0" i="0" lang="en-US" sz="1000" u="none" cap="none" strike="noStrike">
                <a:solidFill>
                  <a:schemeClr val="dk1"/>
                </a:solidFill>
                <a:latin typeface="DM Sans"/>
                <a:ea typeface="DM Sans"/>
                <a:cs typeface="DM Sans"/>
                <a:sym typeface="DM Sans"/>
              </a:rPr>
              <a:t> This presentation template was created by </a:t>
            </a:r>
            <a:r>
              <a:rPr b="1" i="0" lang="en-US" sz="1000" u="sng" cap="none" strike="noStrike">
                <a:solidFill>
                  <a:schemeClr val="hlink"/>
                </a:solidFill>
                <a:latin typeface="DM Sans"/>
                <a:ea typeface="DM Sans"/>
                <a:cs typeface="DM Sans"/>
                <a:sym typeface="DM Sans"/>
                <a:hlinkClick r:id="rId2"/>
              </a:rPr>
              <a:t>Slidesgo</a:t>
            </a:r>
            <a:r>
              <a:rPr b="0" i="0" lang="en-US" sz="1000" u="none" cap="none" strike="noStrike">
                <a:solidFill>
                  <a:schemeClr val="dk1"/>
                </a:solidFill>
                <a:latin typeface="DM Sans"/>
                <a:ea typeface="DM Sans"/>
                <a:cs typeface="DM Sans"/>
                <a:sym typeface="DM Sans"/>
              </a:rPr>
              <a:t>, and includes icons by </a:t>
            </a:r>
            <a:r>
              <a:rPr b="1" i="0" lang="en-US" sz="1000" u="sng" cap="none" strike="noStrike">
                <a:solidFill>
                  <a:schemeClr val="hlink"/>
                </a:solidFill>
                <a:latin typeface="DM Sans"/>
                <a:ea typeface="DM Sans"/>
                <a:cs typeface="DM Sans"/>
                <a:sym typeface="DM Sans"/>
                <a:hlinkClick r:id="rId3"/>
              </a:rPr>
              <a:t>Flaticon</a:t>
            </a:r>
            <a:r>
              <a:rPr b="0" i="0" lang="en-US" sz="1000" u="none" cap="none" strike="noStrike">
                <a:solidFill>
                  <a:schemeClr val="dk1"/>
                </a:solidFill>
                <a:latin typeface="DM Sans"/>
                <a:ea typeface="DM Sans"/>
                <a:cs typeface="DM Sans"/>
                <a:sym typeface="DM Sans"/>
              </a:rPr>
              <a:t>, and infographics &amp; images by </a:t>
            </a:r>
            <a:r>
              <a:rPr b="1" i="0" lang="en-US" sz="1000" u="sng" cap="none" strike="noStrike">
                <a:solidFill>
                  <a:schemeClr val="hlink"/>
                </a:solidFill>
                <a:latin typeface="DM Sans"/>
                <a:ea typeface="DM Sans"/>
                <a:cs typeface="DM Sans"/>
                <a:sym typeface="DM Sans"/>
                <a:hlinkClick r:id="rId4"/>
              </a:rPr>
              <a:t>Freepik</a:t>
            </a:r>
            <a:r>
              <a:rPr b="0" i="0" lang="en-US" sz="1000" u="sng" cap="none" strike="noStrike">
                <a:solidFill>
                  <a:schemeClr val="dk1"/>
                </a:solidFill>
                <a:latin typeface="DM Sans"/>
                <a:ea typeface="DM Sans"/>
                <a:cs typeface="DM Sans"/>
                <a:sym typeface="DM Sans"/>
              </a:rPr>
              <a:t> </a:t>
            </a:r>
            <a:endParaRPr b="0" i="0" sz="1000" u="none" cap="none" strike="noStrike">
              <a:solidFill>
                <a:srgbClr val="000000"/>
              </a:solidFill>
              <a:latin typeface="Noto Sans Symbols"/>
              <a:ea typeface="Noto Sans Symbols"/>
              <a:cs typeface="Noto Sans Symbols"/>
              <a:sym typeface="Noto Sans Symbol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solidFill>
          <a:schemeClr val="lt1"/>
        </a:solidFill>
      </p:bgPr>
    </p:bg>
    <p:spTree>
      <p:nvGrpSpPr>
        <p:cNvPr id="60" name="Shape 60"/>
        <p:cNvGrpSpPr/>
        <p:nvPr/>
      </p:nvGrpSpPr>
      <p:grpSpPr>
        <a:xfrm>
          <a:off x="0" y="0"/>
          <a:ext cx="0" cy="0"/>
          <a:chOff x="0" y="0"/>
          <a:chExt cx="0" cy="0"/>
        </a:xfrm>
      </p:grpSpPr>
      <p:sp>
        <p:nvSpPr>
          <p:cNvPr id="61" name="Google Shape;61;p14"/>
          <p:cNvSpPr txBox="1"/>
          <p:nvPr>
            <p:ph type="title"/>
          </p:nvPr>
        </p:nvSpPr>
        <p:spPr>
          <a:xfrm>
            <a:off x="713160" y="2560680"/>
            <a:ext cx="4595400" cy="18921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cxnSp>
        <p:nvCxnSpPr>
          <p:cNvPr id="62" name="Google Shape;62;p14"/>
          <p:cNvCxnSpPr/>
          <p:nvPr/>
        </p:nvCxnSpPr>
        <p:spPr>
          <a:xfrm>
            <a:off x="3166920" y="539280"/>
            <a:ext cx="6073200" cy="300"/>
          </a:xfrm>
          <a:prstGeom prst="straightConnector1">
            <a:avLst/>
          </a:prstGeom>
          <a:noFill/>
          <a:ln cap="flat" cmpd="sng" w="9525">
            <a:solidFill>
              <a:srgbClr val="333333"/>
            </a:solidFill>
            <a:prstDash val="solid"/>
            <a:round/>
            <a:headEnd len="sm" w="sm" type="none"/>
            <a:tailEnd len="sm" w="sm" type="none"/>
          </a:ln>
        </p:spPr>
      </p:cxnSp>
      <p:cxnSp>
        <p:nvCxnSpPr>
          <p:cNvPr id="63" name="Google Shape;63;p14"/>
          <p:cNvCxnSpPr/>
          <p:nvPr/>
        </p:nvCxnSpPr>
        <p:spPr>
          <a:xfrm flipH="1" rot="10800000">
            <a:off x="8430480" y="-27960"/>
            <a:ext cx="300" cy="4632000"/>
          </a:xfrm>
          <a:prstGeom prst="straightConnector1">
            <a:avLst/>
          </a:prstGeom>
          <a:noFill/>
          <a:ln cap="flat" cmpd="sng" w="9525">
            <a:solidFill>
              <a:srgbClr val="333333"/>
            </a:solidFill>
            <a:prstDash val="solid"/>
            <a:round/>
            <a:headEnd len="sm" w="sm" type="none"/>
            <a:tailEnd len="sm" w="sm" type="none"/>
          </a:ln>
        </p:spPr>
      </p:cxnSp>
      <p:sp>
        <p:nvSpPr>
          <p:cNvPr id="64" name="Google Shape;64;p14"/>
          <p:cNvSpPr txBox="1"/>
          <p:nvPr>
            <p:ph idx="1" type="body"/>
          </p:nvPr>
        </p:nvSpPr>
        <p:spPr>
          <a:xfrm>
            <a:off x="457200" y="1203480"/>
            <a:ext cx="8229300" cy="298290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0_1" type="blank">
  <p:cSld name="BLANK">
    <p:bg>
      <p:bgPr>
        <a:solidFill>
          <a:schemeClr val="lt1"/>
        </a:solidFill>
      </p:bgPr>
    </p:bg>
    <p:spTree>
      <p:nvGrpSpPr>
        <p:cNvPr id="65" name="Shape 65"/>
        <p:cNvGrpSpPr/>
        <p:nvPr/>
      </p:nvGrpSpPr>
      <p:grpSpPr>
        <a:xfrm>
          <a:off x="0" y="0"/>
          <a:ext cx="0" cy="0"/>
          <a:chOff x="0" y="0"/>
          <a:chExt cx="0" cy="0"/>
        </a:xfrm>
      </p:grpSpPr>
      <p:sp>
        <p:nvSpPr>
          <p:cNvPr id="66" name="Google Shape;66;p15"/>
          <p:cNvSpPr txBox="1"/>
          <p:nvPr>
            <p:ph type="title"/>
          </p:nvPr>
        </p:nvSpPr>
        <p:spPr>
          <a:xfrm>
            <a:off x="713160" y="444960"/>
            <a:ext cx="463560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7" name="Google Shape;67;p15"/>
          <p:cNvSpPr txBox="1"/>
          <p:nvPr>
            <p:ph idx="1" type="body"/>
          </p:nvPr>
        </p:nvSpPr>
        <p:spPr>
          <a:xfrm>
            <a:off x="713160" y="1406880"/>
            <a:ext cx="7717200" cy="25248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cxnSp>
        <p:nvCxnSpPr>
          <p:cNvPr id="68" name="Google Shape;68;p15"/>
          <p:cNvCxnSpPr/>
          <p:nvPr/>
        </p:nvCxnSpPr>
        <p:spPr>
          <a:xfrm>
            <a:off x="7160760" y="302760"/>
            <a:ext cx="2079000" cy="300"/>
          </a:xfrm>
          <a:prstGeom prst="straightConnector1">
            <a:avLst/>
          </a:prstGeom>
          <a:noFill/>
          <a:ln cap="flat" cmpd="sng" w="9525">
            <a:solidFill>
              <a:srgbClr val="333333"/>
            </a:solidFill>
            <a:prstDash val="solid"/>
            <a:round/>
            <a:headEnd len="sm" w="sm" type="none"/>
            <a:tailEnd len="sm" w="sm" type="none"/>
          </a:ln>
        </p:spPr>
      </p:cxnSp>
      <p:cxnSp>
        <p:nvCxnSpPr>
          <p:cNvPr id="69" name="Google Shape;69;p15"/>
          <p:cNvCxnSpPr/>
          <p:nvPr/>
        </p:nvCxnSpPr>
        <p:spPr>
          <a:xfrm flipH="1" rot="10800000">
            <a:off x="8768520" y="-27960"/>
            <a:ext cx="300" cy="4632000"/>
          </a:xfrm>
          <a:prstGeom prst="straightConnector1">
            <a:avLst/>
          </a:prstGeom>
          <a:noFill/>
          <a:ln cap="flat" cmpd="sng" w="9525">
            <a:solidFill>
              <a:srgbClr val="333333"/>
            </a:solidFill>
            <a:prstDash val="solid"/>
            <a:round/>
            <a:headEnd len="sm" w="sm" type="none"/>
            <a:tailEnd len="sm" w="sm"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 type="secHead">
  <p:cSld name="SECTION_HEADER">
    <p:bg>
      <p:bgPr>
        <a:solidFill>
          <a:schemeClr val="lt1"/>
        </a:solidFill>
      </p:bgPr>
    </p:bg>
    <p:spTree>
      <p:nvGrpSpPr>
        <p:cNvPr id="70" name="Shape 70"/>
        <p:cNvGrpSpPr/>
        <p:nvPr/>
      </p:nvGrpSpPr>
      <p:grpSpPr>
        <a:xfrm>
          <a:off x="0" y="0"/>
          <a:ext cx="0" cy="0"/>
          <a:chOff x="0" y="0"/>
          <a:chExt cx="0" cy="0"/>
        </a:xfrm>
      </p:grpSpPr>
      <p:sp>
        <p:nvSpPr>
          <p:cNvPr id="71" name="Google Shape;71;p16"/>
          <p:cNvSpPr txBox="1"/>
          <p:nvPr>
            <p:ph type="title"/>
          </p:nvPr>
        </p:nvSpPr>
        <p:spPr>
          <a:xfrm>
            <a:off x="713160" y="3762360"/>
            <a:ext cx="2822400" cy="84120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2" name="Google Shape;72;p16"/>
          <p:cNvSpPr txBox="1"/>
          <p:nvPr>
            <p:ph idx="2" type="title"/>
          </p:nvPr>
        </p:nvSpPr>
        <p:spPr>
          <a:xfrm>
            <a:off x="713160" y="2734560"/>
            <a:ext cx="1288500" cy="84120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3" name="Google Shape;73;p16"/>
          <p:cNvSpPr txBox="1"/>
          <p:nvPr>
            <p:ph idx="1" type="body"/>
          </p:nvPr>
        </p:nvSpPr>
        <p:spPr>
          <a:xfrm>
            <a:off x="5468760" y="819360"/>
            <a:ext cx="2623200" cy="3826500"/>
          </a:xfrm>
          <a:prstGeom prst="rect">
            <a:avLst/>
          </a:prstGeom>
          <a:noFill/>
          <a:ln>
            <a:noFill/>
          </a:ln>
        </p:spPr>
        <p:txBody>
          <a:bodyPr anchorCtr="0" anchor="t" bIns="45000" lIns="90000" spcFirstLastPara="1" rIns="90000" wrap="square" tIns="450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cxnSp>
        <p:nvCxnSpPr>
          <p:cNvPr id="74" name="Google Shape;74;p16"/>
          <p:cNvCxnSpPr/>
          <p:nvPr/>
        </p:nvCxnSpPr>
        <p:spPr>
          <a:xfrm>
            <a:off x="3166920" y="539280"/>
            <a:ext cx="6073200" cy="300"/>
          </a:xfrm>
          <a:prstGeom prst="straightConnector1">
            <a:avLst/>
          </a:prstGeom>
          <a:noFill/>
          <a:ln cap="flat" cmpd="sng" w="9525">
            <a:solidFill>
              <a:srgbClr val="333333"/>
            </a:solidFill>
            <a:prstDash val="solid"/>
            <a:round/>
            <a:headEnd len="sm" w="sm" type="none"/>
            <a:tailEnd len="sm" w="sm" type="none"/>
          </a:ln>
        </p:spPr>
      </p:cxnSp>
      <p:cxnSp>
        <p:nvCxnSpPr>
          <p:cNvPr id="75" name="Google Shape;75;p16"/>
          <p:cNvCxnSpPr/>
          <p:nvPr/>
        </p:nvCxnSpPr>
        <p:spPr>
          <a:xfrm flipH="1" rot="10800000">
            <a:off x="8430480" y="-27960"/>
            <a:ext cx="300" cy="4632000"/>
          </a:xfrm>
          <a:prstGeom prst="straightConnector1">
            <a:avLst/>
          </a:prstGeom>
          <a:noFill/>
          <a:ln cap="flat" cmpd="sng" w="9525">
            <a:solidFill>
              <a:srgbClr val="333333"/>
            </a:solidFill>
            <a:prstDash val="solid"/>
            <a:round/>
            <a:headEnd len="sm" w="sm" type="none"/>
            <a:tailEnd len="sm" w="sm"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 type="tx">
  <p:cSld name="TITLE_AND_BODY">
    <p:bg>
      <p:bgPr>
        <a:solidFill>
          <a:schemeClr val="lt1"/>
        </a:solidFill>
      </p:bgPr>
    </p:bg>
    <p:spTree>
      <p:nvGrpSpPr>
        <p:cNvPr id="76" name="Shape 76"/>
        <p:cNvGrpSpPr/>
        <p:nvPr/>
      </p:nvGrpSpPr>
      <p:grpSpPr>
        <a:xfrm>
          <a:off x="0" y="0"/>
          <a:ext cx="0" cy="0"/>
          <a:chOff x="0" y="0"/>
          <a:chExt cx="0" cy="0"/>
        </a:xfrm>
      </p:grpSpPr>
      <p:sp>
        <p:nvSpPr>
          <p:cNvPr id="77" name="Google Shape;77;p17"/>
          <p:cNvSpPr txBox="1"/>
          <p:nvPr>
            <p:ph type="title"/>
          </p:nvPr>
        </p:nvSpPr>
        <p:spPr>
          <a:xfrm>
            <a:off x="720000" y="444960"/>
            <a:ext cx="770370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8" name="Google Shape;78;p17"/>
          <p:cNvSpPr txBox="1"/>
          <p:nvPr>
            <p:ph idx="1" type="body"/>
          </p:nvPr>
        </p:nvSpPr>
        <p:spPr>
          <a:xfrm>
            <a:off x="720000" y="1187640"/>
            <a:ext cx="7703700" cy="3876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cxnSp>
        <p:nvCxnSpPr>
          <p:cNvPr id="79" name="Google Shape;79;p17"/>
          <p:cNvCxnSpPr/>
          <p:nvPr/>
        </p:nvCxnSpPr>
        <p:spPr>
          <a:xfrm>
            <a:off x="7160760" y="302760"/>
            <a:ext cx="2079000" cy="300"/>
          </a:xfrm>
          <a:prstGeom prst="straightConnector1">
            <a:avLst/>
          </a:prstGeom>
          <a:noFill/>
          <a:ln cap="flat" cmpd="sng" w="9525">
            <a:solidFill>
              <a:srgbClr val="333333"/>
            </a:solidFill>
            <a:prstDash val="solid"/>
            <a:round/>
            <a:headEnd len="sm" w="sm" type="none"/>
            <a:tailEnd len="sm" w="sm" type="none"/>
          </a:ln>
        </p:spPr>
      </p:cxnSp>
      <p:cxnSp>
        <p:nvCxnSpPr>
          <p:cNvPr id="80" name="Google Shape;80;p17"/>
          <p:cNvCxnSpPr/>
          <p:nvPr/>
        </p:nvCxnSpPr>
        <p:spPr>
          <a:xfrm flipH="1" rot="10800000">
            <a:off x="8768520" y="-27960"/>
            <a:ext cx="300" cy="4632000"/>
          </a:xfrm>
          <a:prstGeom prst="straightConnector1">
            <a:avLst/>
          </a:prstGeom>
          <a:noFill/>
          <a:ln cap="flat" cmpd="sng" w="9525">
            <a:solidFill>
              <a:srgbClr val="333333"/>
            </a:solidFill>
            <a:prstDash val="solid"/>
            <a:round/>
            <a:headEnd len="sm" w="sm" type="none"/>
            <a:tailEnd len="sm" w="sm"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3_1">
  <p:cSld name="CUSTOM_3_1">
    <p:bg>
      <p:bgPr>
        <a:solidFill>
          <a:schemeClr val="lt1"/>
        </a:solidFill>
      </p:bgPr>
    </p:bg>
    <p:spTree>
      <p:nvGrpSpPr>
        <p:cNvPr id="81" name="Shape 81"/>
        <p:cNvGrpSpPr/>
        <p:nvPr/>
      </p:nvGrpSpPr>
      <p:grpSpPr>
        <a:xfrm>
          <a:off x="0" y="0"/>
          <a:ext cx="0" cy="0"/>
          <a:chOff x="0" y="0"/>
          <a:chExt cx="0" cy="0"/>
        </a:xfrm>
      </p:grpSpPr>
      <p:sp>
        <p:nvSpPr>
          <p:cNvPr id="82" name="Google Shape;82;p18"/>
          <p:cNvSpPr txBox="1"/>
          <p:nvPr>
            <p:ph type="title"/>
          </p:nvPr>
        </p:nvSpPr>
        <p:spPr>
          <a:xfrm>
            <a:off x="734760" y="2908080"/>
            <a:ext cx="3108000" cy="7251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cxnSp>
        <p:nvCxnSpPr>
          <p:cNvPr id="83" name="Google Shape;83;p18"/>
          <p:cNvCxnSpPr/>
          <p:nvPr/>
        </p:nvCxnSpPr>
        <p:spPr>
          <a:xfrm>
            <a:off x="3166920" y="539280"/>
            <a:ext cx="6073200" cy="300"/>
          </a:xfrm>
          <a:prstGeom prst="straightConnector1">
            <a:avLst/>
          </a:prstGeom>
          <a:noFill/>
          <a:ln cap="flat" cmpd="sng" w="9525">
            <a:solidFill>
              <a:srgbClr val="333333"/>
            </a:solidFill>
            <a:prstDash val="solid"/>
            <a:round/>
            <a:headEnd len="sm" w="sm" type="none"/>
            <a:tailEnd len="sm" w="sm" type="none"/>
          </a:ln>
        </p:spPr>
      </p:cxnSp>
      <p:cxnSp>
        <p:nvCxnSpPr>
          <p:cNvPr id="84" name="Google Shape;84;p18"/>
          <p:cNvCxnSpPr/>
          <p:nvPr/>
        </p:nvCxnSpPr>
        <p:spPr>
          <a:xfrm flipH="1" rot="10800000">
            <a:off x="8430480" y="-27960"/>
            <a:ext cx="300" cy="4632000"/>
          </a:xfrm>
          <a:prstGeom prst="straightConnector1">
            <a:avLst/>
          </a:prstGeom>
          <a:noFill/>
          <a:ln cap="flat" cmpd="sng" w="9525">
            <a:solidFill>
              <a:srgbClr val="333333"/>
            </a:solidFill>
            <a:prstDash val="solid"/>
            <a:round/>
            <a:headEnd len="sm" w="sm" type="none"/>
            <a:tailEnd len="sm" w="sm" type="none"/>
          </a:ln>
        </p:spPr>
      </p:cxnSp>
      <p:sp>
        <p:nvSpPr>
          <p:cNvPr id="85" name="Google Shape;85;p18"/>
          <p:cNvSpPr/>
          <p:nvPr/>
        </p:nvSpPr>
        <p:spPr>
          <a:xfrm>
            <a:off x="4050720" y="3730320"/>
            <a:ext cx="4253700" cy="555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000" u="none" cap="none" strike="noStrike">
                <a:solidFill>
                  <a:schemeClr val="dk1"/>
                </a:solidFill>
                <a:latin typeface="DM Sans"/>
                <a:ea typeface="DM Sans"/>
                <a:cs typeface="DM Sans"/>
                <a:sym typeface="DM Sans"/>
              </a:rPr>
              <a:t>CREDITS:</a:t>
            </a:r>
            <a:r>
              <a:rPr b="0" i="0" lang="en-US" sz="1000" u="none" cap="none" strike="noStrike">
                <a:solidFill>
                  <a:schemeClr val="dk1"/>
                </a:solidFill>
                <a:latin typeface="DM Sans"/>
                <a:ea typeface="DM Sans"/>
                <a:cs typeface="DM Sans"/>
                <a:sym typeface="DM Sans"/>
              </a:rPr>
              <a:t> This presentation template was created by </a:t>
            </a:r>
            <a:r>
              <a:rPr b="1" i="0" lang="en-US" sz="1000" u="sng" cap="none" strike="noStrike">
                <a:solidFill>
                  <a:schemeClr val="hlink"/>
                </a:solidFill>
                <a:latin typeface="DM Sans"/>
                <a:ea typeface="DM Sans"/>
                <a:cs typeface="DM Sans"/>
                <a:sym typeface="DM Sans"/>
                <a:hlinkClick r:id="rId2"/>
              </a:rPr>
              <a:t>Slidesgo</a:t>
            </a:r>
            <a:r>
              <a:rPr b="0" i="0" lang="en-US" sz="1000" u="none" cap="none" strike="noStrike">
                <a:solidFill>
                  <a:schemeClr val="dk1"/>
                </a:solidFill>
                <a:latin typeface="DM Sans"/>
                <a:ea typeface="DM Sans"/>
                <a:cs typeface="DM Sans"/>
                <a:sym typeface="DM Sans"/>
              </a:rPr>
              <a:t>, and includes icons by </a:t>
            </a:r>
            <a:r>
              <a:rPr b="1" i="0" lang="en-US" sz="1000" u="sng" cap="none" strike="noStrike">
                <a:solidFill>
                  <a:schemeClr val="hlink"/>
                </a:solidFill>
                <a:latin typeface="DM Sans"/>
                <a:ea typeface="DM Sans"/>
                <a:cs typeface="DM Sans"/>
                <a:sym typeface="DM Sans"/>
                <a:hlinkClick r:id="rId3"/>
              </a:rPr>
              <a:t>Flaticon</a:t>
            </a:r>
            <a:r>
              <a:rPr b="0" i="0" lang="en-US" sz="1000" u="none" cap="none" strike="noStrike">
                <a:solidFill>
                  <a:schemeClr val="dk1"/>
                </a:solidFill>
                <a:latin typeface="DM Sans"/>
                <a:ea typeface="DM Sans"/>
                <a:cs typeface="DM Sans"/>
                <a:sym typeface="DM Sans"/>
              </a:rPr>
              <a:t>, and infographics &amp; images by </a:t>
            </a:r>
            <a:r>
              <a:rPr b="1" i="0" lang="en-US" sz="1000" u="sng" cap="none" strike="noStrike">
                <a:solidFill>
                  <a:schemeClr val="hlink"/>
                </a:solidFill>
                <a:latin typeface="DM Sans"/>
                <a:ea typeface="DM Sans"/>
                <a:cs typeface="DM Sans"/>
                <a:sym typeface="DM Sans"/>
                <a:hlinkClick r:id="rId4"/>
              </a:rPr>
              <a:t>Freepik</a:t>
            </a:r>
            <a:r>
              <a:rPr b="0" i="0" lang="en-US" sz="1000" u="sng" cap="none" strike="noStrike">
                <a:solidFill>
                  <a:schemeClr val="dk1"/>
                </a:solidFill>
                <a:latin typeface="DM Sans"/>
                <a:ea typeface="DM Sans"/>
                <a:cs typeface="DM Sans"/>
                <a:sym typeface="DM Sans"/>
              </a:rPr>
              <a:t> </a:t>
            </a:r>
            <a:endParaRPr b="0" i="0" sz="1000" u="none" cap="none" strike="noStrike">
              <a:solidFill>
                <a:srgbClr val="000000"/>
              </a:solidFill>
              <a:latin typeface="Noto Sans Symbols"/>
              <a:ea typeface="Noto Sans Symbols"/>
              <a:cs typeface="Noto Sans Symbols"/>
              <a:sym typeface="Noto Sans Symbol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
  <p:cSld name="TITLE_AND_BODY (g3d8b3c0d1c4_47_0)">
    <p:bg>
      <p:bgPr>
        <a:solidFill>
          <a:schemeClr val="lt1"/>
        </a:solidFill>
      </p:bgPr>
    </p:bg>
    <p:spTree>
      <p:nvGrpSpPr>
        <p:cNvPr id="86" name="Shape 86"/>
        <p:cNvGrpSpPr/>
        <p:nvPr/>
      </p:nvGrpSpPr>
      <p:grpSpPr>
        <a:xfrm>
          <a:off x="0" y="0"/>
          <a:ext cx="0" cy="0"/>
          <a:chOff x="0" y="0"/>
          <a:chExt cx="0" cy="0"/>
        </a:xfrm>
      </p:grpSpPr>
      <p:sp>
        <p:nvSpPr>
          <p:cNvPr id="87" name="Google Shape;87;p19"/>
          <p:cNvSpPr txBox="1"/>
          <p:nvPr>
            <p:ph type="title"/>
          </p:nvPr>
        </p:nvSpPr>
        <p:spPr>
          <a:xfrm>
            <a:off x="720000" y="444960"/>
            <a:ext cx="770370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8" name="Google Shape;88;p19"/>
          <p:cNvSpPr txBox="1"/>
          <p:nvPr>
            <p:ph idx="1" type="body"/>
          </p:nvPr>
        </p:nvSpPr>
        <p:spPr>
          <a:xfrm>
            <a:off x="720000" y="1187640"/>
            <a:ext cx="7703700" cy="3876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0_1 1">
  <p:cSld name="CUSTOM_10_1 (g3d8b3c0d1c4_39_0)">
    <p:bg>
      <p:bgPr>
        <a:solidFill>
          <a:schemeClr val="lt1"/>
        </a:solidFill>
      </p:bgPr>
    </p:bg>
    <p:spTree>
      <p:nvGrpSpPr>
        <p:cNvPr id="89" name="Shape 89"/>
        <p:cNvGrpSpPr/>
        <p:nvPr/>
      </p:nvGrpSpPr>
      <p:grpSpPr>
        <a:xfrm>
          <a:off x="0" y="0"/>
          <a:ext cx="0" cy="0"/>
          <a:chOff x="0" y="0"/>
          <a:chExt cx="0" cy="0"/>
        </a:xfrm>
      </p:grpSpPr>
      <p:sp>
        <p:nvSpPr>
          <p:cNvPr id="90" name="Google Shape;90;p20"/>
          <p:cNvSpPr txBox="1"/>
          <p:nvPr>
            <p:ph type="title"/>
          </p:nvPr>
        </p:nvSpPr>
        <p:spPr>
          <a:xfrm>
            <a:off x="713160" y="444960"/>
            <a:ext cx="4635600" cy="572400"/>
          </a:xfrm>
          <a:prstGeom prst="rect">
            <a:avLst/>
          </a:prstGeom>
          <a:noFill/>
          <a:ln>
            <a:noFill/>
          </a:ln>
        </p:spPr>
        <p:txBody>
          <a:bodyPr anchorCtr="0" anchor="t" bIns="91425" lIns="91425" spcFirstLastPara="1" rIns="91425" wrap="square" tIns="91425">
            <a:noAutofit/>
          </a:bodyPr>
          <a:lstStyle>
            <a:lvl1pPr lvl="0" marR="0" algn="l">
              <a:spcBef>
                <a:spcPts val="0"/>
              </a:spcBef>
              <a:spcAft>
                <a:spcPts val="0"/>
              </a:spcAft>
              <a:buSzPts val="1400"/>
              <a:buNone/>
              <a:defRPr b="0" i="0" sz="1800" u="none" cap="none" strike="noStrike"/>
            </a:lvl1pPr>
            <a:lvl2pPr lvl="1" marR="0" algn="l">
              <a:spcBef>
                <a:spcPts val="0"/>
              </a:spcBef>
              <a:spcAft>
                <a:spcPts val="0"/>
              </a:spcAft>
              <a:buSzPts val="1400"/>
              <a:buNone/>
              <a:defRPr b="0" i="0" sz="1800" u="none" cap="none" strike="noStrike"/>
            </a:lvl2pPr>
            <a:lvl3pPr lvl="2" marR="0" algn="l">
              <a:spcBef>
                <a:spcPts val="0"/>
              </a:spcBef>
              <a:spcAft>
                <a:spcPts val="0"/>
              </a:spcAft>
              <a:buSzPts val="1400"/>
              <a:buNone/>
              <a:defRPr b="0" i="0" sz="1800" u="none" cap="none" strike="noStrike"/>
            </a:lvl3pPr>
            <a:lvl4pPr lvl="3" marR="0" algn="l">
              <a:spcBef>
                <a:spcPts val="0"/>
              </a:spcBef>
              <a:spcAft>
                <a:spcPts val="0"/>
              </a:spcAft>
              <a:buSzPts val="1400"/>
              <a:buNone/>
              <a:defRPr b="0" i="0" sz="1800" u="none" cap="none" strike="noStrike"/>
            </a:lvl4pPr>
            <a:lvl5pPr lvl="4" marR="0" algn="l">
              <a:spcBef>
                <a:spcPts val="0"/>
              </a:spcBef>
              <a:spcAft>
                <a:spcPts val="0"/>
              </a:spcAft>
              <a:buSzPts val="1400"/>
              <a:buNone/>
              <a:defRPr b="0" i="0" sz="1800" u="none" cap="none" strike="noStrike"/>
            </a:lvl5pPr>
            <a:lvl6pPr lvl="5" marR="0" algn="l">
              <a:spcBef>
                <a:spcPts val="0"/>
              </a:spcBef>
              <a:spcAft>
                <a:spcPts val="0"/>
              </a:spcAft>
              <a:buSzPts val="1400"/>
              <a:buNone/>
              <a:defRPr b="0" i="0" sz="1800" u="none" cap="none" strike="noStrike"/>
            </a:lvl6pPr>
            <a:lvl7pPr lvl="6" marR="0" algn="l">
              <a:spcBef>
                <a:spcPts val="0"/>
              </a:spcBef>
              <a:spcAft>
                <a:spcPts val="0"/>
              </a:spcAft>
              <a:buSzPts val="1400"/>
              <a:buNone/>
              <a:defRPr b="0" i="0" sz="1800" u="none" cap="none" strike="noStrike"/>
            </a:lvl7pPr>
            <a:lvl8pPr lvl="7" marR="0" algn="l">
              <a:spcBef>
                <a:spcPts val="0"/>
              </a:spcBef>
              <a:spcAft>
                <a:spcPts val="0"/>
              </a:spcAft>
              <a:buSzPts val="1400"/>
              <a:buNone/>
              <a:defRPr b="0" i="0" sz="1800" u="none" cap="none" strike="noStrike"/>
            </a:lvl8pPr>
            <a:lvl9pPr lvl="8" marR="0" algn="l">
              <a:spcBef>
                <a:spcPts val="0"/>
              </a:spcBef>
              <a:spcAft>
                <a:spcPts val="0"/>
              </a:spcAft>
              <a:buSzPts val="1400"/>
              <a:buNone/>
              <a:defRPr b="0" i="0" sz="1800" u="none" cap="none" strike="noStrike"/>
            </a:lvl9pPr>
          </a:lstStyle>
          <a:p/>
        </p:txBody>
      </p:sp>
      <p:sp>
        <p:nvSpPr>
          <p:cNvPr id="91" name="Google Shape;91;p20"/>
          <p:cNvSpPr txBox="1"/>
          <p:nvPr>
            <p:ph idx="1" type="body"/>
          </p:nvPr>
        </p:nvSpPr>
        <p:spPr>
          <a:xfrm>
            <a:off x="713160" y="1406880"/>
            <a:ext cx="7717200" cy="2524800"/>
          </a:xfrm>
          <a:prstGeom prst="rect">
            <a:avLst/>
          </a:prstGeom>
          <a:noFill/>
          <a:ln>
            <a:noFill/>
          </a:ln>
        </p:spPr>
        <p:txBody>
          <a:bodyPr anchorCtr="0" anchor="t" bIns="91425" lIns="91425" spcFirstLastPara="1" rIns="91425" wrap="square" tIns="91425">
            <a:noAutofit/>
          </a:bodyPr>
          <a:lstStyle>
            <a:lvl1pPr indent="-228600" lvl="0" marL="457200" marR="0" algn="l">
              <a:spcBef>
                <a:spcPts val="0"/>
              </a:spcBef>
              <a:spcAft>
                <a:spcPts val="0"/>
              </a:spcAft>
              <a:buSzPts val="1400"/>
              <a:buNone/>
              <a:defRPr b="0" i="0" sz="1800" u="none" cap="none" strike="noStrike"/>
            </a:lvl1pPr>
            <a:lvl2pPr indent="-228600" lvl="1" marL="914400" marR="0" algn="l">
              <a:spcBef>
                <a:spcPts val="0"/>
              </a:spcBef>
              <a:spcAft>
                <a:spcPts val="0"/>
              </a:spcAft>
              <a:buSzPts val="1400"/>
              <a:buNone/>
              <a:defRPr b="0" i="0" sz="1800" u="none" cap="none" strike="noStrike"/>
            </a:lvl2pPr>
            <a:lvl3pPr indent="-228600" lvl="2" marL="1371600" marR="0" algn="l">
              <a:spcBef>
                <a:spcPts val="0"/>
              </a:spcBef>
              <a:spcAft>
                <a:spcPts val="0"/>
              </a:spcAft>
              <a:buSzPts val="1400"/>
              <a:buNone/>
              <a:defRPr b="0" i="0" sz="1800" u="none" cap="none" strike="noStrike"/>
            </a:lvl3pPr>
            <a:lvl4pPr indent="-228600" lvl="3" marL="1828800" marR="0" algn="l">
              <a:spcBef>
                <a:spcPts val="0"/>
              </a:spcBef>
              <a:spcAft>
                <a:spcPts val="0"/>
              </a:spcAft>
              <a:buSzPts val="1400"/>
              <a:buNone/>
              <a:defRPr b="0" i="0" sz="1800" u="none" cap="none" strike="noStrike"/>
            </a:lvl4pPr>
            <a:lvl5pPr indent="-228600" lvl="4" marL="2286000" marR="0" algn="l">
              <a:spcBef>
                <a:spcPts val="0"/>
              </a:spcBef>
              <a:spcAft>
                <a:spcPts val="0"/>
              </a:spcAft>
              <a:buSzPts val="1400"/>
              <a:buNone/>
              <a:defRPr b="0" i="0" sz="1800" u="none" cap="none" strike="noStrike"/>
            </a:lvl5pPr>
            <a:lvl6pPr indent="-228600" lvl="5" marL="2743200" marR="0" algn="l">
              <a:spcBef>
                <a:spcPts val="0"/>
              </a:spcBef>
              <a:spcAft>
                <a:spcPts val="0"/>
              </a:spcAft>
              <a:buSzPts val="1400"/>
              <a:buNone/>
              <a:defRPr b="0" i="0" sz="1800" u="none" cap="none" strike="noStrike"/>
            </a:lvl6pPr>
            <a:lvl7pPr indent="-228600" lvl="6" marL="3200400" marR="0" algn="l">
              <a:spcBef>
                <a:spcPts val="0"/>
              </a:spcBef>
              <a:spcAft>
                <a:spcPts val="0"/>
              </a:spcAft>
              <a:buSzPts val="1400"/>
              <a:buNone/>
              <a:defRPr b="0" i="0" sz="1800" u="none" cap="none" strike="noStrike"/>
            </a:lvl7pPr>
            <a:lvl8pPr indent="-228600" lvl="7" marL="3657600" marR="0" algn="l">
              <a:spcBef>
                <a:spcPts val="0"/>
              </a:spcBef>
              <a:spcAft>
                <a:spcPts val="0"/>
              </a:spcAft>
              <a:buSzPts val="1400"/>
              <a:buNone/>
              <a:defRPr b="0" i="0" sz="1800" u="none" cap="none" strike="noStrike"/>
            </a:lvl8pPr>
            <a:lvl9pPr indent="-228600" lvl="8" marL="4114800" marR="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solidFill>
          <a:schemeClr val="lt1"/>
        </a:solidFill>
      </p:bgPr>
    </p:bg>
    <p:spTree>
      <p:nvGrpSpPr>
        <p:cNvPr id="93" name="Shape 93"/>
        <p:cNvGrpSpPr/>
        <p:nvPr/>
      </p:nvGrpSpPr>
      <p:grpSpPr>
        <a:xfrm>
          <a:off x="0" y="0"/>
          <a:ext cx="0" cy="0"/>
          <a:chOff x="0" y="0"/>
          <a:chExt cx="0" cy="0"/>
        </a:xfrm>
      </p:grpSpPr>
      <p:sp>
        <p:nvSpPr>
          <p:cNvPr id="94" name="Google Shape;94;p22"/>
          <p:cNvSpPr txBox="1"/>
          <p:nvPr>
            <p:ph type="title"/>
          </p:nvPr>
        </p:nvSpPr>
        <p:spPr>
          <a:xfrm>
            <a:off x="713160" y="2560680"/>
            <a:ext cx="4595400" cy="18921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cxnSp>
        <p:nvCxnSpPr>
          <p:cNvPr id="95" name="Google Shape;95;p22"/>
          <p:cNvCxnSpPr/>
          <p:nvPr/>
        </p:nvCxnSpPr>
        <p:spPr>
          <a:xfrm>
            <a:off x="3166920" y="539280"/>
            <a:ext cx="6073200" cy="300"/>
          </a:xfrm>
          <a:prstGeom prst="straightConnector1">
            <a:avLst/>
          </a:prstGeom>
          <a:noFill/>
          <a:ln cap="flat" cmpd="sng" w="9525">
            <a:solidFill>
              <a:srgbClr val="333333"/>
            </a:solidFill>
            <a:prstDash val="solid"/>
            <a:round/>
            <a:headEnd len="sm" w="sm" type="none"/>
            <a:tailEnd len="sm" w="sm" type="none"/>
          </a:ln>
        </p:spPr>
      </p:cxnSp>
      <p:cxnSp>
        <p:nvCxnSpPr>
          <p:cNvPr id="96" name="Google Shape;96;p22"/>
          <p:cNvCxnSpPr/>
          <p:nvPr/>
        </p:nvCxnSpPr>
        <p:spPr>
          <a:xfrm flipH="1" rot="10800000">
            <a:off x="8430480" y="-27960"/>
            <a:ext cx="300" cy="4632000"/>
          </a:xfrm>
          <a:prstGeom prst="straightConnector1">
            <a:avLst/>
          </a:prstGeom>
          <a:noFill/>
          <a:ln cap="flat" cmpd="sng" w="9525">
            <a:solidFill>
              <a:srgbClr val="333333"/>
            </a:solidFill>
            <a:prstDash val="solid"/>
            <a:round/>
            <a:headEnd len="sm" w="sm" type="none"/>
            <a:tailEnd len="sm" w="sm" type="none"/>
          </a:ln>
        </p:spPr>
      </p:cxnSp>
      <p:sp>
        <p:nvSpPr>
          <p:cNvPr id="97" name="Google Shape;97;p22"/>
          <p:cNvSpPr txBox="1"/>
          <p:nvPr>
            <p:ph idx="1" type="body"/>
          </p:nvPr>
        </p:nvSpPr>
        <p:spPr>
          <a:xfrm>
            <a:off x="457200" y="1203480"/>
            <a:ext cx="8229300" cy="298290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0_1" type="blank">
  <p:cSld name="BLANK">
    <p:bg>
      <p:bgPr>
        <a:solidFill>
          <a:schemeClr val="lt1"/>
        </a:solidFill>
      </p:bgPr>
    </p:bg>
    <p:spTree>
      <p:nvGrpSpPr>
        <p:cNvPr id="98" name="Shape 98"/>
        <p:cNvGrpSpPr/>
        <p:nvPr/>
      </p:nvGrpSpPr>
      <p:grpSpPr>
        <a:xfrm>
          <a:off x="0" y="0"/>
          <a:ext cx="0" cy="0"/>
          <a:chOff x="0" y="0"/>
          <a:chExt cx="0" cy="0"/>
        </a:xfrm>
      </p:grpSpPr>
      <p:sp>
        <p:nvSpPr>
          <p:cNvPr id="99" name="Google Shape;99;p23"/>
          <p:cNvSpPr txBox="1"/>
          <p:nvPr>
            <p:ph type="title"/>
          </p:nvPr>
        </p:nvSpPr>
        <p:spPr>
          <a:xfrm>
            <a:off x="713160" y="444960"/>
            <a:ext cx="463560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00" name="Google Shape;100;p23"/>
          <p:cNvSpPr txBox="1"/>
          <p:nvPr>
            <p:ph idx="1" type="body"/>
          </p:nvPr>
        </p:nvSpPr>
        <p:spPr>
          <a:xfrm>
            <a:off x="713160" y="1406880"/>
            <a:ext cx="7717200" cy="25248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cxnSp>
        <p:nvCxnSpPr>
          <p:cNvPr id="101" name="Google Shape;101;p23"/>
          <p:cNvCxnSpPr/>
          <p:nvPr/>
        </p:nvCxnSpPr>
        <p:spPr>
          <a:xfrm>
            <a:off x="7160760" y="302760"/>
            <a:ext cx="2079000" cy="300"/>
          </a:xfrm>
          <a:prstGeom prst="straightConnector1">
            <a:avLst/>
          </a:prstGeom>
          <a:noFill/>
          <a:ln cap="flat" cmpd="sng" w="9525">
            <a:solidFill>
              <a:srgbClr val="333333"/>
            </a:solidFill>
            <a:prstDash val="solid"/>
            <a:round/>
            <a:headEnd len="sm" w="sm" type="none"/>
            <a:tailEnd len="sm" w="sm" type="none"/>
          </a:ln>
        </p:spPr>
      </p:cxnSp>
      <p:cxnSp>
        <p:nvCxnSpPr>
          <p:cNvPr id="102" name="Google Shape;102;p23"/>
          <p:cNvCxnSpPr/>
          <p:nvPr/>
        </p:nvCxnSpPr>
        <p:spPr>
          <a:xfrm flipH="1" rot="10800000">
            <a:off x="8768520" y="-27960"/>
            <a:ext cx="300" cy="4632000"/>
          </a:xfrm>
          <a:prstGeom prst="straightConnector1">
            <a:avLst/>
          </a:prstGeom>
          <a:noFill/>
          <a:ln cap="flat" cmpd="sng" w="9525">
            <a:solidFill>
              <a:srgbClr val="333333"/>
            </a:solidFill>
            <a:prstDash val="solid"/>
            <a:round/>
            <a:headEnd len="sm" w="sm" type="none"/>
            <a:tailEnd len="sm" w="sm"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 type="secHead">
  <p:cSld name="SECTION_HEADER">
    <p:bg>
      <p:bgPr>
        <a:solidFill>
          <a:schemeClr val="lt1"/>
        </a:solidFill>
      </p:bgPr>
    </p:bg>
    <p:spTree>
      <p:nvGrpSpPr>
        <p:cNvPr id="103" name="Shape 103"/>
        <p:cNvGrpSpPr/>
        <p:nvPr/>
      </p:nvGrpSpPr>
      <p:grpSpPr>
        <a:xfrm>
          <a:off x="0" y="0"/>
          <a:ext cx="0" cy="0"/>
          <a:chOff x="0" y="0"/>
          <a:chExt cx="0" cy="0"/>
        </a:xfrm>
      </p:grpSpPr>
      <p:sp>
        <p:nvSpPr>
          <p:cNvPr id="104" name="Google Shape;104;p24"/>
          <p:cNvSpPr txBox="1"/>
          <p:nvPr>
            <p:ph type="title"/>
          </p:nvPr>
        </p:nvSpPr>
        <p:spPr>
          <a:xfrm>
            <a:off x="713160" y="3762360"/>
            <a:ext cx="2822400" cy="84120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05" name="Google Shape;105;p24"/>
          <p:cNvSpPr txBox="1"/>
          <p:nvPr>
            <p:ph idx="2" type="title"/>
          </p:nvPr>
        </p:nvSpPr>
        <p:spPr>
          <a:xfrm>
            <a:off x="713160" y="2734560"/>
            <a:ext cx="1288500" cy="84120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06" name="Google Shape;106;p24"/>
          <p:cNvSpPr txBox="1"/>
          <p:nvPr>
            <p:ph idx="1" type="body"/>
          </p:nvPr>
        </p:nvSpPr>
        <p:spPr>
          <a:xfrm>
            <a:off x="5468760" y="819360"/>
            <a:ext cx="2623200" cy="3826500"/>
          </a:xfrm>
          <a:prstGeom prst="rect">
            <a:avLst/>
          </a:prstGeom>
          <a:noFill/>
          <a:ln>
            <a:noFill/>
          </a:ln>
        </p:spPr>
        <p:txBody>
          <a:bodyPr anchorCtr="0" anchor="t" bIns="45000" lIns="90000" spcFirstLastPara="1" rIns="90000" wrap="square" tIns="450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cxnSp>
        <p:nvCxnSpPr>
          <p:cNvPr id="107" name="Google Shape;107;p24"/>
          <p:cNvCxnSpPr/>
          <p:nvPr/>
        </p:nvCxnSpPr>
        <p:spPr>
          <a:xfrm>
            <a:off x="3166920" y="539280"/>
            <a:ext cx="6073200" cy="300"/>
          </a:xfrm>
          <a:prstGeom prst="straightConnector1">
            <a:avLst/>
          </a:prstGeom>
          <a:noFill/>
          <a:ln cap="flat" cmpd="sng" w="9525">
            <a:solidFill>
              <a:srgbClr val="333333"/>
            </a:solidFill>
            <a:prstDash val="solid"/>
            <a:round/>
            <a:headEnd len="sm" w="sm" type="none"/>
            <a:tailEnd len="sm" w="sm" type="none"/>
          </a:ln>
        </p:spPr>
      </p:cxnSp>
      <p:cxnSp>
        <p:nvCxnSpPr>
          <p:cNvPr id="108" name="Google Shape;108;p24"/>
          <p:cNvCxnSpPr/>
          <p:nvPr/>
        </p:nvCxnSpPr>
        <p:spPr>
          <a:xfrm flipH="1" rot="10800000">
            <a:off x="8430480" y="-27960"/>
            <a:ext cx="300" cy="4632000"/>
          </a:xfrm>
          <a:prstGeom prst="straightConnector1">
            <a:avLst/>
          </a:prstGeom>
          <a:noFill/>
          <a:ln cap="flat" cmpd="sng" w="9525">
            <a:solidFill>
              <a:srgbClr val="333333"/>
            </a:solidFill>
            <a:prstDash val="solid"/>
            <a:round/>
            <a:headEnd len="sm" w="sm" type="none"/>
            <a:tailEnd len="sm" w="sm"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 type="tx">
  <p:cSld name="TITLE_AND_BODY">
    <p:bg>
      <p:bgPr>
        <a:solidFill>
          <a:schemeClr val="lt1"/>
        </a:solidFill>
      </p:bgPr>
    </p:bg>
    <p:spTree>
      <p:nvGrpSpPr>
        <p:cNvPr id="109" name="Shape 109"/>
        <p:cNvGrpSpPr/>
        <p:nvPr/>
      </p:nvGrpSpPr>
      <p:grpSpPr>
        <a:xfrm>
          <a:off x="0" y="0"/>
          <a:ext cx="0" cy="0"/>
          <a:chOff x="0" y="0"/>
          <a:chExt cx="0" cy="0"/>
        </a:xfrm>
      </p:grpSpPr>
      <p:sp>
        <p:nvSpPr>
          <p:cNvPr id="110" name="Google Shape;110;p25"/>
          <p:cNvSpPr txBox="1"/>
          <p:nvPr>
            <p:ph type="title"/>
          </p:nvPr>
        </p:nvSpPr>
        <p:spPr>
          <a:xfrm>
            <a:off x="720000" y="444960"/>
            <a:ext cx="770370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11" name="Google Shape;111;p25"/>
          <p:cNvSpPr txBox="1"/>
          <p:nvPr>
            <p:ph idx="1" type="body"/>
          </p:nvPr>
        </p:nvSpPr>
        <p:spPr>
          <a:xfrm>
            <a:off x="720000" y="1187640"/>
            <a:ext cx="7703700" cy="3876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cxnSp>
        <p:nvCxnSpPr>
          <p:cNvPr id="112" name="Google Shape;112;p25"/>
          <p:cNvCxnSpPr/>
          <p:nvPr/>
        </p:nvCxnSpPr>
        <p:spPr>
          <a:xfrm>
            <a:off x="7160760" y="302760"/>
            <a:ext cx="2079000" cy="300"/>
          </a:xfrm>
          <a:prstGeom prst="straightConnector1">
            <a:avLst/>
          </a:prstGeom>
          <a:noFill/>
          <a:ln cap="flat" cmpd="sng" w="9525">
            <a:solidFill>
              <a:srgbClr val="333333"/>
            </a:solidFill>
            <a:prstDash val="solid"/>
            <a:round/>
            <a:headEnd len="sm" w="sm" type="none"/>
            <a:tailEnd len="sm" w="sm" type="none"/>
          </a:ln>
        </p:spPr>
      </p:cxnSp>
      <p:cxnSp>
        <p:nvCxnSpPr>
          <p:cNvPr id="113" name="Google Shape;113;p25"/>
          <p:cNvCxnSpPr/>
          <p:nvPr/>
        </p:nvCxnSpPr>
        <p:spPr>
          <a:xfrm flipH="1" rot="10800000">
            <a:off x="8768520" y="-27960"/>
            <a:ext cx="300" cy="4632000"/>
          </a:xfrm>
          <a:prstGeom prst="straightConnector1">
            <a:avLst/>
          </a:prstGeom>
          <a:noFill/>
          <a:ln cap="flat" cmpd="sng" w="9525">
            <a:solidFill>
              <a:srgbClr val="333333"/>
            </a:solidFill>
            <a:prstDash val="solid"/>
            <a:round/>
            <a:headEnd len="sm" w="sm" type="none"/>
            <a:tailEnd len="sm" w="sm" type="none"/>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3_1">
  <p:cSld name="CUSTOM_3_1">
    <p:bg>
      <p:bgPr>
        <a:solidFill>
          <a:schemeClr val="lt1"/>
        </a:solidFill>
      </p:bgPr>
    </p:bg>
    <p:spTree>
      <p:nvGrpSpPr>
        <p:cNvPr id="114" name="Shape 114"/>
        <p:cNvGrpSpPr/>
        <p:nvPr/>
      </p:nvGrpSpPr>
      <p:grpSpPr>
        <a:xfrm>
          <a:off x="0" y="0"/>
          <a:ext cx="0" cy="0"/>
          <a:chOff x="0" y="0"/>
          <a:chExt cx="0" cy="0"/>
        </a:xfrm>
      </p:grpSpPr>
      <p:sp>
        <p:nvSpPr>
          <p:cNvPr id="115" name="Google Shape;115;p26"/>
          <p:cNvSpPr txBox="1"/>
          <p:nvPr>
            <p:ph type="title"/>
          </p:nvPr>
        </p:nvSpPr>
        <p:spPr>
          <a:xfrm>
            <a:off x="734760" y="2908080"/>
            <a:ext cx="3108000" cy="7251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cxnSp>
        <p:nvCxnSpPr>
          <p:cNvPr id="116" name="Google Shape;116;p26"/>
          <p:cNvCxnSpPr/>
          <p:nvPr/>
        </p:nvCxnSpPr>
        <p:spPr>
          <a:xfrm>
            <a:off x="3166920" y="539280"/>
            <a:ext cx="6073200" cy="300"/>
          </a:xfrm>
          <a:prstGeom prst="straightConnector1">
            <a:avLst/>
          </a:prstGeom>
          <a:noFill/>
          <a:ln cap="flat" cmpd="sng" w="9525">
            <a:solidFill>
              <a:srgbClr val="333333"/>
            </a:solidFill>
            <a:prstDash val="solid"/>
            <a:round/>
            <a:headEnd len="sm" w="sm" type="none"/>
            <a:tailEnd len="sm" w="sm" type="none"/>
          </a:ln>
        </p:spPr>
      </p:cxnSp>
      <p:cxnSp>
        <p:nvCxnSpPr>
          <p:cNvPr id="117" name="Google Shape;117;p26"/>
          <p:cNvCxnSpPr/>
          <p:nvPr/>
        </p:nvCxnSpPr>
        <p:spPr>
          <a:xfrm flipH="1" rot="10800000">
            <a:off x="8430480" y="-27960"/>
            <a:ext cx="300" cy="4632000"/>
          </a:xfrm>
          <a:prstGeom prst="straightConnector1">
            <a:avLst/>
          </a:prstGeom>
          <a:noFill/>
          <a:ln cap="flat" cmpd="sng" w="9525">
            <a:solidFill>
              <a:srgbClr val="333333"/>
            </a:solidFill>
            <a:prstDash val="solid"/>
            <a:round/>
            <a:headEnd len="sm" w="sm" type="none"/>
            <a:tailEnd len="sm" w="sm" type="none"/>
          </a:ln>
        </p:spPr>
      </p:cxnSp>
      <p:sp>
        <p:nvSpPr>
          <p:cNvPr id="118" name="Google Shape;118;p26"/>
          <p:cNvSpPr/>
          <p:nvPr/>
        </p:nvSpPr>
        <p:spPr>
          <a:xfrm>
            <a:off x="4050720" y="3730320"/>
            <a:ext cx="4253700" cy="555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000" u="none" cap="none" strike="noStrike">
                <a:solidFill>
                  <a:schemeClr val="dk1"/>
                </a:solidFill>
                <a:latin typeface="DM Sans"/>
                <a:ea typeface="DM Sans"/>
                <a:cs typeface="DM Sans"/>
                <a:sym typeface="DM Sans"/>
              </a:rPr>
              <a:t>CREDITS:</a:t>
            </a:r>
            <a:r>
              <a:rPr b="0" i="0" lang="en-US" sz="1000" u="none" cap="none" strike="noStrike">
                <a:solidFill>
                  <a:schemeClr val="dk1"/>
                </a:solidFill>
                <a:latin typeface="DM Sans"/>
                <a:ea typeface="DM Sans"/>
                <a:cs typeface="DM Sans"/>
                <a:sym typeface="DM Sans"/>
              </a:rPr>
              <a:t> This presentation template was created by </a:t>
            </a:r>
            <a:r>
              <a:rPr b="1" i="0" lang="en-US" sz="1000" u="sng" cap="none" strike="noStrike">
                <a:solidFill>
                  <a:schemeClr val="hlink"/>
                </a:solidFill>
                <a:latin typeface="DM Sans"/>
                <a:ea typeface="DM Sans"/>
                <a:cs typeface="DM Sans"/>
                <a:sym typeface="DM Sans"/>
                <a:hlinkClick r:id="rId2"/>
              </a:rPr>
              <a:t>Slidesgo</a:t>
            </a:r>
            <a:r>
              <a:rPr b="0" i="0" lang="en-US" sz="1000" u="none" cap="none" strike="noStrike">
                <a:solidFill>
                  <a:schemeClr val="dk1"/>
                </a:solidFill>
                <a:latin typeface="DM Sans"/>
                <a:ea typeface="DM Sans"/>
                <a:cs typeface="DM Sans"/>
                <a:sym typeface="DM Sans"/>
              </a:rPr>
              <a:t>, and includes icons by </a:t>
            </a:r>
            <a:r>
              <a:rPr b="1" i="0" lang="en-US" sz="1000" u="sng" cap="none" strike="noStrike">
                <a:solidFill>
                  <a:schemeClr val="hlink"/>
                </a:solidFill>
                <a:latin typeface="DM Sans"/>
                <a:ea typeface="DM Sans"/>
                <a:cs typeface="DM Sans"/>
                <a:sym typeface="DM Sans"/>
                <a:hlinkClick r:id="rId3"/>
              </a:rPr>
              <a:t>Flaticon</a:t>
            </a:r>
            <a:r>
              <a:rPr b="0" i="0" lang="en-US" sz="1000" u="none" cap="none" strike="noStrike">
                <a:solidFill>
                  <a:schemeClr val="dk1"/>
                </a:solidFill>
                <a:latin typeface="DM Sans"/>
                <a:ea typeface="DM Sans"/>
                <a:cs typeface="DM Sans"/>
                <a:sym typeface="DM Sans"/>
              </a:rPr>
              <a:t>, and infographics &amp; images by </a:t>
            </a:r>
            <a:r>
              <a:rPr b="1" i="0" lang="en-US" sz="1000" u="sng" cap="none" strike="noStrike">
                <a:solidFill>
                  <a:schemeClr val="hlink"/>
                </a:solidFill>
                <a:latin typeface="DM Sans"/>
                <a:ea typeface="DM Sans"/>
                <a:cs typeface="DM Sans"/>
                <a:sym typeface="DM Sans"/>
                <a:hlinkClick r:id="rId4"/>
              </a:rPr>
              <a:t>Freepik</a:t>
            </a:r>
            <a:r>
              <a:rPr b="0" i="0" lang="en-US" sz="1000" u="sng" cap="none" strike="noStrike">
                <a:solidFill>
                  <a:schemeClr val="dk1"/>
                </a:solidFill>
                <a:latin typeface="DM Sans"/>
                <a:ea typeface="DM Sans"/>
                <a:cs typeface="DM Sans"/>
                <a:sym typeface="DM Sans"/>
              </a:rPr>
              <a:t> </a:t>
            </a:r>
            <a:endParaRPr b="0" i="0" sz="1000" u="none" cap="none" strike="noStrike">
              <a:solidFill>
                <a:srgbClr val="000000"/>
              </a:solidFill>
              <a:latin typeface="Noto Sans Symbols"/>
              <a:ea typeface="Noto Sans Symbols"/>
              <a:cs typeface="Noto Sans Symbols"/>
              <a:sym typeface="Noto Sans Symbol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
  <p:cSld name="TITLE_AND_BODY (g3d8b3c0d1c4_47_0)">
    <p:bg>
      <p:bgPr>
        <a:solidFill>
          <a:schemeClr val="lt1"/>
        </a:solidFill>
      </p:bgPr>
    </p:bg>
    <p:spTree>
      <p:nvGrpSpPr>
        <p:cNvPr id="119" name="Shape 119"/>
        <p:cNvGrpSpPr/>
        <p:nvPr/>
      </p:nvGrpSpPr>
      <p:grpSpPr>
        <a:xfrm>
          <a:off x="0" y="0"/>
          <a:ext cx="0" cy="0"/>
          <a:chOff x="0" y="0"/>
          <a:chExt cx="0" cy="0"/>
        </a:xfrm>
      </p:grpSpPr>
      <p:sp>
        <p:nvSpPr>
          <p:cNvPr id="120" name="Google Shape;120;p27"/>
          <p:cNvSpPr txBox="1"/>
          <p:nvPr>
            <p:ph type="title"/>
          </p:nvPr>
        </p:nvSpPr>
        <p:spPr>
          <a:xfrm>
            <a:off x="720000" y="444960"/>
            <a:ext cx="770370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21" name="Google Shape;121;p27"/>
          <p:cNvSpPr txBox="1"/>
          <p:nvPr>
            <p:ph idx="1" type="body"/>
          </p:nvPr>
        </p:nvSpPr>
        <p:spPr>
          <a:xfrm>
            <a:off x="720000" y="1187640"/>
            <a:ext cx="7703700" cy="3876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0_1 1">
  <p:cSld name="CUSTOM_10_1 (g3d8b3c0d1c4_39_0)">
    <p:bg>
      <p:bgPr>
        <a:solidFill>
          <a:schemeClr val="lt1"/>
        </a:solidFill>
      </p:bgPr>
    </p:bg>
    <p:spTree>
      <p:nvGrpSpPr>
        <p:cNvPr id="122" name="Shape 122"/>
        <p:cNvGrpSpPr/>
        <p:nvPr/>
      </p:nvGrpSpPr>
      <p:grpSpPr>
        <a:xfrm>
          <a:off x="0" y="0"/>
          <a:ext cx="0" cy="0"/>
          <a:chOff x="0" y="0"/>
          <a:chExt cx="0" cy="0"/>
        </a:xfrm>
      </p:grpSpPr>
      <p:sp>
        <p:nvSpPr>
          <p:cNvPr id="123" name="Google Shape;123;p28"/>
          <p:cNvSpPr txBox="1"/>
          <p:nvPr>
            <p:ph type="title"/>
          </p:nvPr>
        </p:nvSpPr>
        <p:spPr>
          <a:xfrm>
            <a:off x="713160" y="444960"/>
            <a:ext cx="4635600" cy="572400"/>
          </a:xfrm>
          <a:prstGeom prst="rect">
            <a:avLst/>
          </a:prstGeom>
          <a:noFill/>
          <a:ln>
            <a:noFill/>
          </a:ln>
        </p:spPr>
        <p:txBody>
          <a:bodyPr anchorCtr="0" anchor="t" bIns="91425" lIns="91425" spcFirstLastPara="1" rIns="91425" wrap="square" tIns="91425">
            <a:noAutofit/>
          </a:bodyPr>
          <a:lstStyle>
            <a:lvl1pPr lvl="0" marR="0" algn="l">
              <a:spcBef>
                <a:spcPts val="0"/>
              </a:spcBef>
              <a:spcAft>
                <a:spcPts val="0"/>
              </a:spcAft>
              <a:buSzPts val="1400"/>
              <a:buNone/>
              <a:defRPr b="0" i="0" sz="1800" u="none" cap="none" strike="noStrike"/>
            </a:lvl1pPr>
            <a:lvl2pPr lvl="1" marR="0" algn="l">
              <a:spcBef>
                <a:spcPts val="0"/>
              </a:spcBef>
              <a:spcAft>
                <a:spcPts val="0"/>
              </a:spcAft>
              <a:buSzPts val="1400"/>
              <a:buNone/>
              <a:defRPr b="0" i="0" sz="1800" u="none" cap="none" strike="noStrike"/>
            </a:lvl2pPr>
            <a:lvl3pPr lvl="2" marR="0" algn="l">
              <a:spcBef>
                <a:spcPts val="0"/>
              </a:spcBef>
              <a:spcAft>
                <a:spcPts val="0"/>
              </a:spcAft>
              <a:buSzPts val="1400"/>
              <a:buNone/>
              <a:defRPr b="0" i="0" sz="1800" u="none" cap="none" strike="noStrike"/>
            </a:lvl3pPr>
            <a:lvl4pPr lvl="3" marR="0" algn="l">
              <a:spcBef>
                <a:spcPts val="0"/>
              </a:spcBef>
              <a:spcAft>
                <a:spcPts val="0"/>
              </a:spcAft>
              <a:buSzPts val="1400"/>
              <a:buNone/>
              <a:defRPr b="0" i="0" sz="1800" u="none" cap="none" strike="noStrike"/>
            </a:lvl4pPr>
            <a:lvl5pPr lvl="4" marR="0" algn="l">
              <a:spcBef>
                <a:spcPts val="0"/>
              </a:spcBef>
              <a:spcAft>
                <a:spcPts val="0"/>
              </a:spcAft>
              <a:buSzPts val="1400"/>
              <a:buNone/>
              <a:defRPr b="0" i="0" sz="1800" u="none" cap="none" strike="noStrike"/>
            </a:lvl5pPr>
            <a:lvl6pPr lvl="5" marR="0" algn="l">
              <a:spcBef>
                <a:spcPts val="0"/>
              </a:spcBef>
              <a:spcAft>
                <a:spcPts val="0"/>
              </a:spcAft>
              <a:buSzPts val="1400"/>
              <a:buNone/>
              <a:defRPr b="0" i="0" sz="1800" u="none" cap="none" strike="noStrike"/>
            </a:lvl6pPr>
            <a:lvl7pPr lvl="6" marR="0" algn="l">
              <a:spcBef>
                <a:spcPts val="0"/>
              </a:spcBef>
              <a:spcAft>
                <a:spcPts val="0"/>
              </a:spcAft>
              <a:buSzPts val="1400"/>
              <a:buNone/>
              <a:defRPr b="0" i="0" sz="1800" u="none" cap="none" strike="noStrike"/>
            </a:lvl7pPr>
            <a:lvl8pPr lvl="7" marR="0" algn="l">
              <a:spcBef>
                <a:spcPts val="0"/>
              </a:spcBef>
              <a:spcAft>
                <a:spcPts val="0"/>
              </a:spcAft>
              <a:buSzPts val="1400"/>
              <a:buNone/>
              <a:defRPr b="0" i="0" sz="1800" u="none" cap="none" strike="noStrike"/>
            </a:lvl8pPr>
            <a:lvl9pPr lvl="8" marR="0" algn="l">
              <a:spcBef>
                <a:spcPts val="0"/>
              </a:spcBef>
              <a:spcAft>
                <a:spcPts val="0"/>
              </a:spcAft>
              <a:buSzPts val="1400"/>
              <a:buNone/>
              <a:defRPr b="0" i="0" sz="1800" u="none" cap="none" strike="noStrike"/>
            </a:lvl9pPr>
          </a:lstStyle>
          <a:p/>
        </p:txBody>
      </p:sp>
      <p:sp>
        <p:nvSpPr>
          <p:cNvPr id="124" name="Google Shape;124;p28"/>
          <p:cNvSpPr txBox="1"/>
          <p:nvPr>
            <p:ph idx="1" type="body"/>
          </p:nvPr>
        </p:nvSpPr>
        <p:spPr>
          <a:xfrm>
            <a:off x="713160" y="1406880"/>
            <a:ext cx="7717200" cy="2524800"/>
          </a:xfrm>
          <a:prstGeom prst="rect">
            <a:avLst/>
          </a:prstGeom>
          <a:noFill/>
          <a:ln>
            <a:noFill/>
          </a:ln>
        </p:spPr>
        <p:txBody>
          <a:bodyPr anchorCtr="0" anchor="t" bIns="91425" lIns="91425" spcFirstLastPara="1" rIns="91425" wrap="square" tIns="91425">
            <a:noAutofit/>
          </a:bodyPr>
          <a:lstStyle>
            <a:lvl1pPr indent="-228600" lvl="0" marL="457200" marR="0" algn="l">
              <a:spcBef>
                <a:spcPts val="0"/>
              </a:spcBef>
              <a:spcAft>
                <a:spcPts val="0"/>
              </a:spcAft>
              <a:buSzPts val="1400"/>
              <a:buNone/>
              <a:defRPr b="0" i="0" sz="1800" u="none" cap="none" strike="noStrike"/>
            </a:lvl1pPr>
            <a:lvl2pPr indent="-228600" lvl="1" marL="914400" marR="0" algn="l">
              <a:spcBef>
                <a:spcPts val="0"/>
              </a:spcBef>
              <a:spcAft>
                <a:spcPts val="0"/>
              </a:spcAft>
              <a:buSzPts val="1400"/>
              <a:buNone/>
              <a:defRPr b="0" i="0" sz="1800" u="none" cap="none" strike="noStrike"/>
            </a:lvl2pPr>
            <a:lvl3pPr indent="-228600" lvl="2" marL="1371600" marR="0" algn="l">
              <a:spcBef>
                <a:spcPts val="0"/>
              </a:spcBef>
              <a:spcAft>
                <a:spcPts val="0"/>
              </a:spcAft>
              <a:buSzPts val="1400"/>
              <a:buNone/>
              <a:defRPr b="0" i="0" sz="1800" u="none" cap="none" strike="noStrike"/>
            </a:lvl3pPr>
            <a:lvl4pPr indent="-228600" lvl="3" marL="1828800" marR="0" algn="l">
              <a:spcBef>
                <a:spcPts val="0"/>
              </a:spcBef>
              <a:spcAft>
                <a:spcPts val="0"/>
              </a:spcAft>
              <a:buSzPts val="1400"/>
              <a:buNone/>
              <a:defRPr b="0" i="0" sz="1800" u="none" cap="none" strike="noStrike"/>
            </a:lvl4pPr>
            <a:lvl5pPr indent="-228600" lvl="4" marL="2286000" marR="0" algn="l">
              <a:spcBef>
                <a:spcPts val="0"/>
              </a:spcBef>
              <a:spcAft>
                <a:spcPts val="0"/>
              </a:spcAft>
              <a:buSzPts val="1400"/>
              <a:buNone/>
              <a:defRPr b="0" i="0" sz="1800" u="none" cap="none" strike="noStrike"/>
            </a:lvl5pPr>
            <a:lvl6pPr indent="-228600" lvl="5" marL="2743200" marR="0" algn="l">
              <a:spcBef>
                <a:spcPts val="0"/>
              </a:spcBef>
              <a:spcAft>
                <a:spcPts val="0"/>
              </a:spcAft>
              <a:buSzPts val="1400"/>
              <a:buNone/>
              <a:defRPr b="0" i="0" sz="1800" u="none" cap="none" strike="noStrike"/>
            </a:lvl6pPr>
            <a:lvl7pPr indent="-228600" lvl="6" marL="3200400" marR="0" algn="l">
              <a:spcBef>
                <a:spcPts val="0"/>
              </a:spcBef>
              <a:spcAft>
                <a:spcPts val="0"/>
              </a:spcAft>
              <a:buSzPts val="1400"/>
              <a:buNone/>
              <a:defRPr b="0" i="0" sz="1800" u="none" cap="none" strike="noStrike"/>
            </a:lvl7pPr>
            <a:lvl8pPr indent="-228600" lvl="7" marL="3657600" marR="0" algn="l">
              <a:spcBef>
                <a:spcPts val="0"/>
              </a:spcBef>
              <a:spcAft>
                <a:spcPts val="0"/>
              </a:spcAft>
              <a:buSzPts val="1400"/>
              <a:buNone/>
              <a:defRPr b="0" i="0" sz="1800" u="none" cap="none" strike="noStrike"/>
            </a:lvl8pPr>
            <a:lvl9pPr indent="-228600" lvl="8" marL="4114800" marR="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solidFill>
          <a:schemeClr val="lt1"/>
        </a:solidFill>
      </p:bgPr>
    </p:bg>
    <p:spTree>
      <p:nvGrpSpPr>
        <p:cNvPr id="126" name="Shape 126"/>
        <p:cNvGrpSpPr/>
        <p:nvPr/>
      </p:nvGrpSpPr>
      <p:grpSpPr>
        <a:xfrm>
          <a:off x="0" y="0"/>
          <a:ext cx="0" cy="0"/>
          <a:chOff x="0" y="0"/>
          <a:chExt cx="0" cy="0"/>
        </a:xfrm>
      </p:grpSpPr>
      <p:sp>
        <p:nvSpPr>
          <p:cNvPr id="127" name="Google Shape;127;p30"/>
          <p:cNvSpPr txBox="1"/>
          <p:nvPr>
            <p:ph type="title"/>
          </p:nvPr>
        </p:nvSpPr>
        <p:spPr>
          <a:xfrm>
            <a:off x="713160" y="2560680"/>
            <a:ext cx="4595400" cy="18921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cxnSp>
        <p:nvCxnSpPr>
          <p:cNvPr id="128" name="Google Shape;128;p30"/>
          <p:cNvCxnSpPr/>
          <p:nvPr/>
        </p:nvCxnSpPr>
        <p:spPr>
          <a:xfrm>
            <a:off x="3166920" y="539280"/>
            <a:ext cx="6073200" cy="300"/>
          </a:xfrm>
          <a:prstGeom prst="straightConnector1">
            <a:avLst/>
          </a:prstGeom>
          <a:noFill/>
          <a:ln cap="flat" cmpd="sng" w="9525">
            <a:solidFill>
              <a:srgbClr val="333333"/>
            </a:solidFill>
            <a:prstDash val="solid"/>
            <a:round/>
            <a:headEnd len="sm" w="sm" type="none"/>
            <a:tailEnd len="sm" w="sm" type="none"/>
          </a:ln>
        </p:spPr>
      </p:cxnSp>
      <p:cxnSp>
        <p:nvCxnSpPr>
          <p:cNvPr id="129" name="Google Shape;129;p30"/>
          <p:cNvCxnSpPr/>
          <p:nvPr/>
        </p:nvCxnSpPr>
        <p:spPr>
          <a:xfrm flipH="1" rot="10800000">
            <a:off x="8430480" y="-27960"/>
            <a:ext cx="300" cy="4632000"/>
          </a:xfrm>
          <a:prstGeom prst="straightConnector1">
            <a:avLst/>
          </a:prstGeom>
          <a:noFill/>
          <a:ln cap="flat" cmpd="sng" w="9525">
            <a:solidFill>
              <a:srgbClr val="333333"/>
            </a:solidFill>
            <a:prstDash val="solid"/>
            <a:round/>
            <a:headEnd len="sm" w="sm" type="none"/>
            <a:tailEnd len="sm" w="sm" type="none"/>
          </a:ln>
        </p:spPr>
      </p:cxnSp>
      <p:sp>
        <p:nvSpPr>
          <p:cNvPr id="130" name="Google Shape;130;p30"/>
          <p:cNvSpPr txBox="1"/>
          <p:nvPr>
            <p:ph idx="1" type="body"/>
          </p:nvPr>
        </p:nvSpPr>
        <p:spPr>
          <a:xfrm>
            <a:off x="457200" y="1203480"/>
            <a:ext cx="8229300" cy="298290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0_1" type="blank">
  <p:cSld name="BLANK">
    <p:bg>
      <p:bgPr>
        <a:solidFill>
          <a:schemeClr val="lt1"/>
        </a:solidFill>
      </p:bgPr>
    </p:bg>
    <p:spTree>
      <p:nvGrpSpPr>
        <p:cNvPr id="131" name="Shape 131"/>
        <p:cNvGrpSpPr/>
        <p:nvPr/>
      </p:nvGrpSpPr>
      <p:grpSpPr>
        <a:xfrm>
          <a:off x="0" y="0"/>
          <a:ext cx="0" cy="0"/>
          <a:chOff x="0" y="0"/>
          <a:chExt cx="0" cy="0"/>
        </a:xfrm>
      </p:grpSpPr>
      <p:sp>
        <p:nvSpPr>
          <p:cNvPr id="132" name="Google Shape;132;p31"/>
          <p:cNvSpPr txBox="1"/>
          <p:nvPr>
            <p:ph type="title"/>
          </p:nvPr>
        </p:nvSpPr>
        <p:spPr>
          <a:xfrm>
            <a:off x="713160" y="444960"/>
            <a:ext cx="463560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33" name="Google Shape;133;p31"/>
          <p:cNvSpPr txBox="1"/>
          <p:nvPr>
            <p:ph idx="1" type="body"/>
          </p:nvPr>
        </p:nvSpPr>
        <p:spPr>
          <a:xfrm>
            <a:off x="713160" y="1406880"/>
            <a:ext cx="7717200" cy="25248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cxnSp>
        <p:nvCxnSpPr>
          <p:cNvPr id="134" name="Google Shape;134;p31"/>
          <p:cNvCxnSpPr/>
          <p:nvPr/>
        </p:nvCxnSpPr>
        <p:spPr>
          <a:xfrm>
            <a:off x="7160760" y="302760"/>
            <a:ext cx="2079000" cy="300"/>
          </a:xfrm>
          <a:prstGeom prst="straightConnector1">
            <a:avLst/>
          </a:prstGeom>
          <a:noFill/>
          <a:ln cap="flat" cmpd="sng" w="9525">
            <a:solidFill>
              <a:srgbClr val="333333"/>
            </a:solidFill>
            <a:prstDash val="solid"/>
            <a:round/>
            <a:headEnd len="sm" w="sm" type="none"/>
            <a:tailEnd len="sm" w="sm" type="none"/>
          </a:ln>
        </p:spPr>
      </p:cxnSp>
      <p:cxnSp>
        <p:nvCxnSpPr>
          <p:cNvPr id="135" name="Google Shape;135;p31"/>
          <p:cNvCxnSpPr/>
          <p:nvPr/>
        </p:nvCxnSpPr>
        <p:spPr>
          <a:xfrm flipH="1" rot="10800000">
            <a:off x="8768520" y="-27960"/>
            <a:ext cx="300" cy="4632000"/>
          </a:xfrm>
          <a:prstGeom prst="straightConnector1">
            <a:avLst/>
          </a:prstGeom>
          <a:noFill/>
          <a:ln cap="flat" cmpd="sng" w="9525">
            <a:solidFill>
              <a:srgbClr val="333333"/>
            </a:solidFill>
            <a:prstDash val="solid"/>
            <a:round/>
            <a:headEnd len="sm" w="sm" type="none"/>
            <a:tailEnd len="sm" w="sm" type="none"/>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 type="secHead">
  <p:cSld name="SECTION_HEADER">
    <p:bg>
      <p:bgPr>
        <a:solidFill>
          <a:schemeClr val="lt1"/>
        </a:solidFill>
      </p:bgPr>
    </p:bg>
    <p:spTree>
      <p:nvGrpSpPr>
        <p:cNvPr id="136" name="Shape 136"/>
        <p:cNvGrpSpPr/>
        <p:nvPr/>
      </p:nvGrpSpPr>
      <p:grpSpPr>
        <a:xfrm>
          <a:off x="0" y="0"/>
          <a:ext cx="0" cy="0"/>
          <a:chOff x="0" y="0"/>
          <a:chExt cx="0" cy="0"/>
        </a:xfrm>
      </p:grpSpPr>
      <p:sp>
        <p:nvSpPr>
          <p:cNvPr id="137" name="Google Shape;137;p32"/>
          <p:cNvSpPr txBox="1"/>
          <p:nvPr>
            <p:ph type="title"/>
          </p:nvPr>
        </p:nvSpPr>
        <p:spPr>
          <a:xfrm>
            <a:off x="713160" y="3762360"/>
            <a:ext cx="2822400" cy="84120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38" name="Google Shape;138;p32"/>
          <p:cNvSpPr txBox="1"/>
          <p:nvPr>
            <p:ph idx="2" type="title"/>
          </p:nvPr>
        </p:nvSpPr>
        <p:spPr>
          <a:xfrm>
            <a:off x="713160" y="2734560"/>
            <a:ext cx="1288500" cy="84120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39" name="Google Shape;139;p32"/>
          <p:cNvSpPr txBox="1"/>
          <p:nvPr>
            <p:ph idx="1" type="body"/>
          </p:nvPr>
        </p:nvSpPr>
        <p:spPr>
          <a:xfrm>
            <a:off x="5468760" y="819360"/>
            <a:ext cx="2623200" cy="3826500"/>
          </a:xfrm>
          <a:prstGeom prst="rect">
            <a:avLst/>
          </a:prstGeom>
          <a:noFill/>
          <a:ln>
            <a:noFill/>
          </a:ln>
        </p:spPr>
        <p:txBody>
          <a:bodyPr anchorCtr="0" anchor="t" bIns="45000" lIns="90000" spcFirstLastPara="1" rIns="90000" wrap="square" tIns="450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cxnSp>
        <p:nvCxnSpPr>
          <p:cNvPr id="140" name="Google Shape;140;p32"/>
          <p:cNvCxnSpPr/>
          <p:nvPr/>
        </p:nvCxnSpPr>
        <p:spPr>
          <a:xfrm>
            <a:off x="3166920" y="539280"/>
            <a:ext cx="6073200" cy="300"/>
          </a:xfrm>
          <a:prstGeom prst="straightConnector1">
            <a:avLst/>
          </a:prstGeom>
          <a:noFill/>
          <a:ln cap="flat" cmpd="sng" w="9525">
            <a:solidFill>
              <a:srgbClr val="333333"/>
            </a:solidFill>
            <a:prstDash val="solid"/>
            <a:round/>
            <a:headEnd len="sm" w="sm" type="none"/>
            <a:tailEnd len="sm" w="sm" type="none"/>
          </a:ln>
        </p:spPr>
      </p:cxnSp>
      <p:cxnSp>
        <p:nvCxnSpPr>
          <p:cNvPr id="141" name="Google Shape;141;p32"/>
          <p:cNvCxnSpPr/>
          <p:nvPr/>
        </p:nvCxnSpPr>
        <p:spPr>
          <a:xfrm flipH="1" rot="10800000">
            <a:off x="8430480" y="-27960"/>
            <a:ext cx="300" cy="4632000"/>
          </a:xfrm>
          <a:prstGeom prst="straightConnector1">
            <a:avLst/>
          </a:prstGeom>
          <a:noFill/>
          <a:ln cap="flat" cmpd="sng" w="9525">
            <a:solidFill>
              <a:srgbClr val="333333"/>
            </a:solidFill>
            <a:prstDash val="solid"/>
            <a:round/>
            <a:headEnd len="sm" w="sm" type="none"/>
            <a:tailEnd len="sm" w="sm" type="none"/>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 type="tx">
  <p:cSld name="TITLE_AND_BODY">
    <p:bg>
      <p:bgPr>
        <a:solidFill>
          <a:schemeClr val="lt1"/>
        </a:solidFill>
      </p:bgPr>
    </p:bg>
    <p:spTree>
      <p:nvGrpSpPr>
        <p:cNvPr id="142" name="Shape 142"/>
        <p:cNvGrpSpPr/>
        <p:nvPr/>
      </p:nvGrpSpPr>
      <p:grpSpPr>
        <a:xfrm>
          <a:off x="0" y="0"/>
          <a:ext cx="0" cy="0"/>
          <a:chOff x="0" y="0"/>
          <a:chExt cx="0" cy="0"/>
        </a:xfrm>
      </p:grpSpPr>
      <p:sp>
        <p:nvSpPr>
          <p:cNvPr id="143" name="Google Shape;143;p33"/>
          <p:cNvSpPr txBox="1"/>
          <p:nvPr>
            <p:ph type="title"/>
          </p:nvPr>
        </p:nvSpPr>
        <p:spPr>
          <a:xfrm>
            <a:off x="720000" y="444960"/>
            <a:ext cx="770370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44" name="Google Shape;144;p33"/>
          <p:cNvSpPr txBox="1"/>
          <p:nvPr>
            <p:ph idx="1" type="body"/>
          </p:nvPr>
        </p:nvSpPr>
        <p:spPr>
          <a:xfrm>
            <a:off x="720000" y="1187640"/>
            <a:ext cx="7703700" cy="3876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cxnSp>
        <p:nvCxnSpPr>
          <p:cNvPr id="145" name="Google Shape;145;p33"/>
          <p:cNvCxnSpPr/>
          <p:nvPr/>
        </p:nvCxnSpPr>
        <p:spPr>
          <a:xfrm>
            <a:off x="7160760" y="302760"/>
            <a:ext cx="2079000" cy="300"/>
          </a:xfrm>
          <a:prstGeom prst="straightConnector1">
            <a:avLst/>
          </a:prstGeom>
          <a:noFill/>
          <a:ln cap="flat" cmpd="sng" w="9525">
            <a:solidFill>
              <a:srgbClr val="333333"/>
            </a:solidFill>
            <a:prstDash val="solid"/>
            <a:round/>
            <a:headEnd len="sm" w="sm" type="none"/>
            <a:tailEnd len="sm" w="sm" type="none"/>
          </a:ln>
        </p:spPr>
      </p:cxnSp>
      <p:cxnSp>
        <p:nvCxnSpPr>
          <p:cNvPr id="146" name="Google Shape;146;p33"/>
          <p:cNvCxnSpPr/>
          <p:nvPr/>
        </p:nvCxnSpPr>
        <p:spPr>
          <a:xfrm flipH="1" rot="10800000">
            <a:off x="8768520" y="-27960"/>
            <a:ext cx="300" cy="4632000"/>
          </a:xfrm>
          <a:prstGeom prst="straightConnector1">
            <a:avLst/>
          </a:prstGeom>
          <a:noFill/>
          <a:ln cap="flat" cmpd="sng" w="9525">
            <a:solidFill>
              <a:srgbClr val="333333"/>
            </a:solidFill>
            <a:prstDash val="solid"/>
            <a:round/>
            <a:headEnd len="sm" w="sm" type="none"/>
            <a:tailEnd len="sm" w="sm" type="none"/>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3_1">
  <p:cSld name="CUSTOM_3_1">
    <p:bg>
      <p:bgPr>
        <a:solidFill>
          <a:schemeClr val="lt1"/>
        </a:solidFill>
      </p:bgPr>
    </p:bg>
    <p:spTree>
      <p:nvGrpSpPr>
        <p:cNvPr id="147" name="Shape 147"/>
        <p:cNvGrpSpPr/>
        <p:nvPr/>
      </p:nvGrpSpPr>
      <p:grpSpPr>
        <a:xfrm>
          <a:off x="0" y="0"/>
          <a:ext cx="0" cy="0"/>
          <a:chOff x="0" y="0"/>
          <a:chExt cx="0" cy="0"/>
        </a:xfrm>
      </p:grpSpPr>
      <p:sp>
        <p:nvSpPr>
          <p:cNvPr id="148" name="Google Shape;148;p34"/>
          <p:cNvSpPr txBox="1"/>
          <p:nvPr>
            <p:ph type="title"/>
          </p:nvPr>
        </p:nvSpPr>
        <p:spPr>
          <a:xfrm>
            <a:off x="734760" y="2908080"/>
            <a:ext cx="3108000" cy="7251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cxnSp>
        <p:nvCxnSpPr>
          <p:cNvPr id="149" name="Google Shape;149;p34"/>
          <p:cNvCxnSpPr/>
          <p:nvPr/>
        </p:nvCxnSpPr>
        <p:spPr>
          <a:xfrm>
            <a:off x="3166920" y="539280"/>
            <a:ext cx="6073200" cy="300"/>
          </a:xfrm>
          <a:prstGeom prst="straightConnector1">
            <a:avLst/>
          </a:prstGeom>
          <a:noFill/>
          <a:ln cap="flat" cmpd="sng" w="9525">
            <a:solidFill>
              <a:srgbClr val="333333"/>
            </a:solidFill>
            <a:prstDash val="solid"/>
            <a:round/>
            <a:headEnd len="sm" w="sm" type="none"/>
            <a:tailEnd len="sm" w="sm" type="none"/>
          </a:ln>
        </p:spPr>
      </p:cxnSp>
      <p:cxnSp>
        <p:nvCxnSpPr>
          <p:cNvPr id="150" name="Google Shape;150;p34"/>
          <p:cNvCxnSpPr/>
          <p:nvPr/>
        </p:nvCxnSpPr>
        <p:spPr>
          <a:xfrm flipH="1" rot="10800000">
            <a:off x="8430480" y="-27960"/>
            <a:ext cx="300" cy="4632000"/>
          </a:xfrm>
          <a:prstGeom prst="straightConnector1">
            <a:avLst/>
          </a:prstGeom>
          <a:noFill/>
          <a:ln cap="flat" cmpd="sng" w="9525">
            <a:solidFill>
              <a:srgbClr val="333333"/>
            </a:solidFill>
            <a:prstDash val="solid"/>
            <a:round/>
            <a:headEnd len="sm" w="sm" type="none"/>
            <a:tailEnd len="sm" w="sm" type="none"/>
          </a:ln>
        </p:spPr>
      </p:cxnSp>
      <p:sp>
        <p:nvSpPr>
          <p:cNvPr id="151" name="Google Shape;151;p34"/>
          <p:cNvSpPr/>
          <p:nvPr/>
        </p:nvSpPr>
        <p:spPr>
          <a:xfrm>
            <a:off x="4050720" y="3730320"/>
            <a:ext cx="4253700" cy="555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000" u="none" cap="none" strike="noStrike">
                <a:solidFill>
                  <a:schemeClr val="dk1"/>
                </a:solidFill>
                <a:latin typeface="DM Sans"/>
                <a:ea typeface="DM Sans"/>
                <a:cs typeface="DM Sans"/>
                <a:sym typeface="DM Sans"/>
              </a:rPr>
              <a:t>CREDITS:</a:t>
            </a:r>
            <a:r>
              <a:rPr b="0" i="0" lang="en-US" sz="1000" u="none" cap="none" strike="noStrike">
                <a:solidFill>
                  <a:schemeClr val="dk1"/>
                </a:solidFill>
                <a:latin typeface="DM Sans"/>
                <a:ea typeface="DM Sans"/>
                <a:cs typeface="DM Sans"/>
                <a:sym typeface="DM Sans"/>
              </a:rPr>
              <a:t> This presentation template was created by </a:t>
            </a:r>
            <a:r>
              <a:rPr b="1" i="0" lang="en-US" sz="1000" u="sng" cap="none" strike="noStrike">
                <a:solidFill>
                  <a:schemeClr val="hlink"/>
                </a:solidFill>
                <a:latin typeface="DM Sans"/>
                <a:ea typeface="DM Sans"/>
                <a:cs typeface="DM Sans"/>
                <a:sym typeface="DM Sans"/>
                <a:hlinkClick r:id="rId2"/>
              </a:rPr>
              <a:t>Slidesgo</a:t>
            </a:r>
            <a:r>
              <a:rPr b="0" i="0" lang="en-US" sz="1000" u="none" cap="none" strike="noStrike">
                <a:solidFill>
                  <a:schemeClr val="dk1"/>
                </a:solidFill>
                <a:latin typeface="DM Sans"/>
                <a:ea typeface="DM Sans"/>
                <a:cs typeface="DM Sans"/>
                <a:sym typeface="DM Sans"/>
              </a:rPr>
              <a:t>, and includes icons by </a:t>
            </a:r>
            <a:r>
              <a:rPr b="1" i="0" lang="en-US" sz="1000" u="sng" cap="none" strike="noStrike">
                <a:solidFill>
                  <a:schemeClr val="hlink"/>
                </a:solidFill>
                <a:latin typeface="DM Sans"/>
                <a:ea typeface="DM Sans"/>
                <a:cs typeface="DM Sans"/>
                <a:sym typeface="DM Sans"/>
                <a:hlinkClick r:id="rId3"/>
              </a:rPr>
              <a:t>Flaticon</a:t>
            </a:r>
            <a:r>
              <a:rPr b="0" i="0" lang="en-US" sz="1000" u="none" cap="none" strike="noStrike">
                <a:solidFill>
                  <a:schemeClr val="dk1"/>
                </a:solidFill>
                <a:latin typeface="DM Sans"/>
                <a:ea typeface="DM Sans"/>
                <a:cs typeface="DM Sans"/>
                <a:sym typeface="DM Sans"/>
              </a:rPr>
              <a:t>, and infographics &amp; images by </a:t>
            </a:r>
            <a:r>
              <a:rPr b="1" i="0" lang="en-US" sz="1000" u="sng" cap="none" strike="noStrike">
                <a:solidFill>
                  <a:schemeClr val="hlink"/>
                </a:solidFill>
                <a:latin typeface="DM Sans"/>
                <a:ea typeface="DM Sans"/>
                <a:cs typeface="DM Sans"/>
                <a:sym typeface="DM Sans"/>
                <a:hlinkClick r:id="rId4"/>
              </a:rPr>
              <a:t>Freepik</a:t>
            </a:r>
            <a:r>
              <a:rPr b="0" i="0" lang="en-US" sz="1000" u="sng" cap="none" strike="noStrike">
                <a:solidFill>
                  <a:schemeClr val="dk1"/>
                </a:solidFill>
                <a:latin typeface="DM Sans"/>
                <a:ea typeface="DM Sans"/>
                <a:cs typeface="DM Sans"/>
                <a:sym typeface="DM Sans"/>
              </a:rPr>
              <a:t> </a:t>
            </a:r>
            <a:endParaRPr b="0" i="0" sz="1000" u="none" cap="none" strike="noStrike">
              <a:solidFill>
                <a:srgbClr val="000000"/>
              </a:solidFill>
              <a:latin typeface="Noto Sans Symbols"/>
              <a:ea typeface="Noto Sans Symbols"/>
              <a:cs typeface="Noto Sans Symbols"/>
              <a:sym typeface="Noto Sans Symbol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0_1">
  <p:cSld name="CUSTOM_10_1 (g3e61849586f_32_0)">
    <p:bg>
      <p:bgPr>
        <a:solidFill>
          <a:schemeClr val="lt1"/>
        </a:solidFill>
      </p:bgPr>
    </p:bg>
    <p:spTree>
      <p:nvGrpSpPr>
        <p:cNvPr id="152" name="Shape 152"/>
        <p:cNvGrpSpPr/>
        <p:nvPr/>
      </p:nvGrpSpPr>
      <p:grpSpPr>
        <a:xfrm>
          <a:off x="0" y="0"/>
          <a:ext cx="0" cy="0"/>
          <a:chOff x="0" y="0"/>
          <a:chExt cx="0" cy="0"/>
        </a:xfrm>
      </p:grpSpPr>
      <p:sp>
        <p:nvSpPr>
          <p:cNvPr id="153" name="Google Shape;153;p35"/>
          <p:cNvSpPr txBox="1"/>
          <p:nvPr>
            <p:ph type="title"/>
          </p:nvPr>
        </p:nvSpPr>
        <p:spPr>
          <a:xfrm>
            <a:off x="713160" y="444960"/>
            <a:ext cx="463560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54" name="Google Shape;154;p35"/>
          <p:cNvSpPr txBox="1"/>
          <p:nvPr>
            <p:ph idx="1" type="body"/>
          </p:nvPr>
        </p:nvSpPr>
        <p:spPr>
          <a:xfrm>
            <a:off x="713160" y="1406880"/>
            <a:ext cx="7717200" cy="25248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 1">
  <p:cSld name="TITLE_AND_BODY (g3d8b3c0d1c4_47_0)">
    <p:bg>
      <p:bgPr>
        <a:solidFill>
          <a:schemeClr val="lt1"/>
        </a:solidFill>
      </p:bgPr>
    </p:bg>
    <p:spTree>
      <p:nvGrpSpPr>
        <p:cNvPr id="155" name="Shape 155"/>
        <p:cNvGrpSpPr/>
        <p:nvPr/>
      </p:nvGrpSpPr>
      <p:grpSpPr>
        <a:xfrm>
          <a:off x="0" y="0"/>
          <a:ext cx="0" cy="0"/>
          <a:chOff x="0" y="0"/>
          <a:chExt cx="0" cy="0"/>
        </a:xfrm>
      </p:grpSpPr>
      <p:sp>
        <p:nvSpPr>
          <p:cNvPr id="156" name="Google Shape;156;p36"/>
          <p:cNvSpPr txBox="1"/>
          <p:nvPr>
            <p:ph type="title"/>
          </p:nvPr>
        </p:nvSpPr>
        <p:spPr>
          <a:xfrm>
            <a:off x="720000" y="444960"/>
            <a:ext cx="7703700" cy="572400"/>
          </a:xfrm>
          <a:prstGeom prst="rect">
            <a:avLst/>
          </a:prstGeom>
          <a:noFill/>
          <a:ln>
            <a:noFill/>
          </a:ln>
        </p:spPr>
        <p:txBody>
          <a:bodyPr anchorCtr="0" anchor="t" bIns="91425" lIns="91425" spcFirstLastPara="1" rIns="91425" wrap="square" tIns="91425">
            <a:noAutofit/>
          </a:bodyPr>
          <a:lstStyle>
            <a:lvl1pPr lvl="0" marR="0" algn="l">
              <a:spcBef>
                <a:spcPts val="0"/>
              </a:spcBef>
              <a:spcAft>
                <a:spcPts val="0"/>
              </a:spcAft>
              <a:buSzPts val="1400"/>
              <a:buNone/>
              <a:defRPr b="0" i="0" sz="1800" u="none" cap="none" strike="noStrike"/>
            </a:lvl1pPr>
            <a:lvl2pPr lvl="1" marR="0" algn="l">
              <a:spcBef>
                <a:spcPts val="0"/>
              </a:spcBef>
              <a:spcAft>
                <a:spcPts val="0"/>
              </a:spcAft>
              <a:buSzPts val="1400"/>
              <a:buNone/>
              <a:defRPr b="0" i="0" sz="1800" u="none" cap="none" strike="noStrike"/>
            </a:lvl2pPr>
            <a:lvl3pPr lvl="2" marR="0" algn="l">
              <a:spcBef>
                <a:spcPts val="0"/>
              </a:spcBef>
              <a:spcAft>
                <a:spcPts val="0"/>
              </a:spcAft>
              <a:buSzPts val="1400"/>
              <a:buNone/>
              <a:defRPr b="0" i="0" sz="1800" u="none" cap="none" strike="noStrike"/>
            </a:lvl3pPr>
            <a:lvl4pPr lvl="3" marR="0" algn="l">
              <a:spcBef>
                <a:spcPts val="0"/>
              </a:spcBef>
              <a:spcAft>
                <a:spcPts val="0"/>
              </a:spcAft>
              <a:buSzPts val="1400"/>
              <a:buNone/>
              <a:defRPr b="0" i="0" sz="1800" u="none" cap="none" strike="noStrike"/>
            </a:lvl4pPr>
            <a:lvl5pPr lvl="4" marR="0" algn="l">
              <a:spcBef>
                <a:spcPts val="0"/>
              </a:spcBef>
              <a:spcAft>
                <a:spcPts val="0"/>
              </a:spcAft>
              <a:buSzPts val="1400"/>
              <a:buNone/>
              <a:defRPr b="0" i="0" sz="1800" u="none" cap="none" strike="noStrike"/>
            </a:lvl5pPr>
            <a:lvl6pPr lvl="5" marR="0" algn="l">
              <a:spcBef>
                <a:spcPts val="0"/>
              </a:spcBef>
              <a:spcAft>
                <a:spcPts val="0"/>
              </a:spcAft>
              <a:buSzPts val="1400"/>
              <a:buNone/>
              <a:defRPr b="0" i="0" sz="1800" u="none" cap="none" strike="noStrike"/>
            </a:lvl6pPr>
            <a:lvl7pPr lvl="6" marR="0" algn="l">
              <a:spcBef>
                <a:spcPts val="0"/>
              </a:spcBef>
              <a:spcAft>
                <a:spcPts val="0"/>
              </a:spcAft>
              <a:buSzPts val="1400"/>
              <a:buNone/>
              <a:defRPr b="0" i="0" sz="1800" u="none" cap="none" strike="noStrike"/>
            </a:lvl7pPr>
            <a:lvl8pPr lvl="7" marR="0" algn="l">
              <a:spcBef>
                <a:spcPts val="0"/>
              </a:spcBef>
              <a:spcAft>
                <a:spcPts val="0"/>
              </a:spcAft>
              <a:buSzPts val="1400"/>
              <a:buNone/>
              <a:defRPr b="0" i="0" sz="1800" u="none" cap="none" strike="noStrike"/>
            </a:lvl8pPr>
            <a:lvl9pPr lvl="8" marR="0" algn="l">
              <a:spcBef>
                <a:spcPts val="0"/>
              </a:spcBef>
              <a:spcAft>
                <a:spcPts val="0"/>
              </a:spcAft>
              <a:buSzPts val="1400"/>
              <a:buNone/>
              <a:defRPr b="0" i="0" sz="1800" u="none" cap="none" strike="noStrike"/>
            </a:lvl9pPr>
          </a:lstStyle>
          <a:p/>
        </p:txBody>
      </p:sp>
      <p:sp>
        <p:nvSpPr>
          <p:cNvPr id="157" name="Google Shape;157;p36"/>
          <p:cNvSpPr txBox="1"/>
          <p:nvPr>
            <p:ph idx="1" type="body"/>
          </p:nvPr>
        </p:nvSpPr>
        <p:spPr>
          <a:xfrm>
            <a:off x="720000" y="1187640"/>
            <a:ext cx="7703700" cy="387600"/>
          </a:xfrm>
          <a:prstGeom prst="rect">
            <a:avLst/>
          </a:prstGeom>
          <a:noFill/>
          <a:ln>
            <a:noFill/>
          </a:ln>
        </p:spPr>
        <p:txBody>
          <a:bodyPr anchorCtr="0" anchor="t" bIns="91425" lIns="91425" spcFirstLastPara="1" rIns="91425" wrap="square" tIns="91425">
            <a:noAutofit/>
          </a:bodyPr>
          <a:lstStyle>
            <a:lvl1pPr indent="-228600" lvl="0" marL="457200" marR="0" algn="l">
              <a:spcBef>
                <a:spcPts val="0"/>
              </a:spcBef>
              <a:spcAft>
                <a:spcPts val="0"/>
              </a:spcAft>
              <a:buSzPts val="1400"/>
              <a:buNone/>
              <a:defRPr b="0" i="0" sz="1800" u="none" cap="none" strike="noStrike"/>
            </a:lvl1pPr>
            <a:lvl2pPr indent="-228600" lvl="1" marL="914400" marR="0" algn="l">
              <a:spcBef>
                <a:spcPts val="0"/>
              </a:spcBef>
              <a:spcAft>
                <a:spcPts val="0"/>
              </a:spcAft>
              <a:buSzPts val="1400"/>
              <a:buNone/>
              <a:defRPr b="0" i="0" sz="1800" u="none" cap="none" strike="noStrike"/>
            </a:lvl2pPr>
            <a:lvl3pPr indent="-228600" lvl="2" marL="1371600" marR="0" algn="l">
              <a:spcBef>
                <a:spcPts val="0"/>
              </a:spcBef>
              <a:spcAft>
                <a:spcPts val="0"/>
              </a:spcAft>
              <a:buSzPts val="1400"/>
              <a:buNone/>
              <a:defRPr b="0" i="0" sz="1800" u="none" cap="none" strike="noStrike"/>
            </a:lvl3pPr>
            <a:lvl4pPr indent="-228600" lvl="3" marL="1828800" marR="0" algn="l">
              <a:spcBef>
                <a:spcPts val="0"/>
              </a:spcBef>
              <a:spcAft>
                <a:spcPts val="0"/>
              </a:spcAft>
              <a:buSzPts val="1400"/>
              <a:buNone/>
              <a:defRPr b="0" i="0" sz="1800" u="none" cap="none" strike="noStrike"/>
            </a:lvl4pPr>
            <a:lvl5pPr indent="-228600" lvl="4" marL="2286000" marR="0" algn="l">
              <a:spcBef>
                <a:spcPts val="0"/>
              </a:spcBef>
              <a:spcAft>
                <a:spcPts val="0"/>
              </a:spcAft>
              <a:buSzPts val="1400"/>
              <a:buNone/>
              <a:defRPr b="0" i="0" sz="1800" u="none" cap="none" strike="noStrike"/>
            </a:lvl5pPr>
            <a:lvl6pPr indent="-228600" lvl="5" marL="2743200" marR="0" algn="l">
              <a:spcBef>
                <a:spcPts val="0"/>
              </a:spcBef>
              <a:spcAft>
                <a:spcPts val="0"/>
              </a:spcAft>
              <a:buSzPts val="1400"/>
              <a:buNone/>
              <a:defRPr b="0" i="0" sz="1800" u="none" cap="none" strike="noStrike"/>
            </a:lvl6pPr>
            <a:lvl7pPr indent="-228600" lvl="6" marL="3200400" marR="0" algn="l">
              <a:spcBef>
                <a:spcPts val="0"/>
              </a:spcBef>
              <a:spcAft>
                <a:spcPts val="0"/>
              </a:spcAft>
              <a:buSzPts val="1400"/>
              <a:buNone/>
              <a:defRPr b="0" i="0" sz="1800" u="none" cap="none" strike="noStrike"/>
            </a:lvl7pPr>
            <a:lvl8pPr indent="-228600" lvl="7" marL="3657600" marR="0" algn="l">
              <a:spcBef>
                <a:spcPts val="0"/>
              </a:spcBef>
              <a:spcAft>
                <a:spcPts val="0"/>
              </a:spcAft>
              <a:buSzPts val="1400"/>
              <a:buNone/>
              <a:defRPr b="0" i="0" sz="1800" u="none" cap="none" strike="noStrike"/>
            </a:lvl8pPr>
            <a:lvl9pPr indent="-228600" lvl="8" marL="4114800" marR="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0_1 1">
  <p:cSld name="CUSTOM_10_1 (g3d8b3c0d1c4_39_0)">
    <p:bg>
      <p:bgPr>
        <a:solidFill>
          <a:schemeClr val="lt1"/>
        </a:solidFill>
      </p:bgPr>
    </p:bg>
    <p:spTree>
      <p:nvGrpSpPr>
        <p:cNvPr id="158" name="Shape 158"/>
        <p:cNvGrpSpPr/>
        <p:nvPr/>
      </p:nvGrpSpPr>
      <p:grpSpPr>
        <a:xfrm>
          <a:off x="0" y="0"/>
          <a:ext cx="0" cy="0"/>
          <a:chOff x="0" y="0"/>
          <a:chExt cx="0" cy="0"/>
        </a:xfrm>
      </p:grpSpPr>
      <p:sp>
        <p:nvSpPr>
          <p:cNvPr id="159" name="Google Shape;159;p37"/>
          <p:cNvSpPr txBox="1"/>
          <p:nvPr>
            <p:ph type="title"/>
          </p:nvPr>
        </p:nvSpPr>
        <p:spPr>
          <a:xfrm>
            <a:off x="713160" y="444960"/>
            <a:ext cx="4635600" cy="572400"/>
          </a:xfrm>
          <a:prstGeom prst="rect">
            <a:avLst/>
          </a:prstGeom>
          <a:noFill/>
          <a:ln>
            <a:noFill/>
          </a:ln>
        </p:spPr>
        <p:txBody>
          <a:bodyPr anchorCtr="0" anchor="t" bIns="91425" lIns="91425" spcFirstLastPara="1" rIns="91425" wrap="square" tIns="91425">
            <a:noAutofit/>
          </a:bodyPr>
          <a:lstStyle>
            <a:lvl1pPr lvl="0" marR="0" algn="l">
              <a:spcBef>
                <a:spcPts val="0"/>
              </a:spcBef>
              <a:spcAft>
                <a:spcPts val="0"/>
              </a:spcAft>
              <a:buSzPts val="1400"/>
              <a:buNone/>
              <a:defRPr b="0" i="0" sz="1800" u="none" cap="none" strike="noStrike"/>
            </a:lvl1pPr>
            <a:lvl2pPr lvl="1" marR="0" algn="l">
              <a:spcBef>
                <a:spcPts val="0"/>
              </a:spcBef>
              <a:spcAft>
                <a:spcPts val="0"/>
              </a:spcAft>
              <a:buSzPts val="1400"/>
              <a:buNone/>
              <a:defRPr b="0" i="0" sz="1800" u="none" cap="none" strike="noStrike"/>
            </a:lvl2pPr>
            <a:lvl3pPr lvl="2" marR="0" algn="l">
              <a:spcBef>
                <a:spcPts val="0"/>
              </a:spcBef>
              <a:spcAft>
                <a:spcPts val="0"/>
              </a:spcAft>
              <a:buSzPts val="1400"/>
              <a:buNone/>
              <a:defRPr b="0" i="0" sz="1800" u="none" cap="none" strike="noStrike"/>
            </a:lvl3pPr>
            <a:lvl4pPr lvl="3" marR="0" algn="l">
              <a:spcBef>
                <a:spcPts val="0"/>
              </a:spcBef>
              <a:spcAft>
                <a:spcPts val="0"/>
              </a:spcAft>
              <a:buSzPts val="1400"/>
              <a:buNone/>
              <a:defRPr b="0" i="0" sz="1800" u="none" cap="none" strike="noStrike"/>
            </a:lvl4pPr>
            <a:lvl5pPr lvl="4" marR="0" algn="l">
              <a:spcBef>
                <a:spcPts val="0"/>
              </a:spcBef>
              <a:spcAft>
                <a:spcPts val="0"/>
              </a:spcAft>
              <a:buSzPts val="1400"/>
              <a:buNone/>
              <a:defRPr b="0" i="0" sz="1800" u="none" cap="none" strike="noStrike"/>
            </a:lvl5pPr>
            <a:lvl6pPr lvl="5" marR="0" algn="l">
              <a:spcBef>
                <a:spcPts val="0"/>
              </a:spcBef>
              <a:spcAft>
                <a:spcPts val="0"/>
              </a:spcAft>
              <a:buSzPts val="1400"/>
              <a:buNone/>
              <a:defRPr b="0" i="0" sz="1800" u="none" cap="none" strike="noStrike"/>
            </a:lvl6pPr>
            <a:lvl7pPr lvl="6" marR="0" algn="l">
              <a:spcBef>
                <a:spcPts val="0"/>
              </a:spcBef>
              <a:spcAft>
                <a:spcPts val="0"/>
              </a:spcAft>
              <a:buSzPts val="1400"/>
              <a:buNone/>
              <a:defRPr b="0" i="0" sz="1800" u="none" cap="none" strike="noStrike"/>
            </a:lvl7pPr>
            <a:lvl8pPr lvl="7" marR="0" algn="l">
              <a:spcBef>
                <a:spcPts val="0"/>
              </a:spcBef>
              <a:spcAft>
                <a:spcPts val="0"/>
              </a:spcAft>
              <a:buSzPts val="1400"/>
              <a:buNone/>
              <a:defRPr b="0" i="0" sz="1800" u="none" cap="none" strike="noStrike"/>
            </a:lvl8pPr>
            <a:lvl9pPr lvl="8" marR="0" algn="l">
              <a:spcBef>
                <a:spcPts val="0"/>
              </a:spcBef>
              <a:spcAft>
                <a:spcPts val="0"/>
              </a:spcAft>
              <a:buSzPts val="1400"/>
              <a:buNone/>
              <a:defRPr b="0" i="0" sz="1800" u="none" cap="none" strike="noStrike"/>
            </a:lvl9pPr>
          </a:lstStyle>
          <a:p/>
        </p:txBody>
      </p:sp>
      <p:sp>
        <p:nvSpPr>
          <p:cNvPr id="160" name="Google Shape;160;p37"/>
          <p:cNvSpPr txBox="1"/>
          <p:nvPr>
            <p:ph idx="1" type="body"/>
          </p:nvPr>
        </p:nvSpPr>
        <p:spPr>
          <a:xfrm>
            <a:off x="713160" y="1406880"/>
            <a:ext cx="7717200" cy="2524800"/>
          </a:xfrm>
          <a:prstGeom prst="rect">
            <a:avLst/>
          </a:prstGeom>
          <a:noFill/>
          <a:ln>
            <a:noFill/>
          </a:ln>
        </p:spPr>
        <p:txBody>
          <a:bodyPr anchorCtr="0" anchor="t" bIns="91425" lIns="91425" spcFirstLastPara="1" rIns="91425" wrap="square" tIns="91425">
            <a:noAutofit/>
          </a:bodyPr>
          <a:lstStyle>
            <a:lvl1pPr indent="-228600" lvl="0" marL="457200" marR="0" algn="l">
              <a:spcBef>
                <a:spcPts val="0"/>
              </a:spcBef>
              <a:spcAft>
                <a:spcPts val="0"/>
              </a:spcAft>
              <a:buSzPts val="1400"/>
              <a:buNone/>
              <a:defRPr b="0" i="0" sz="1800" u="none" cap="none" strike="noStrike"/>
            </a:lvl1pPr>
            <a:lvl2pPr indent="-228600" lvl="1" marL="914400" marR="0" algn="l">
              <a:spcBef>
                <a:spcPts val="0"/>
              </a:spcBef>
              <a:spcAft>
                <a:spcPts val="0"/>
              </a:spcAft>
              <a:buSzPts val="1400"/>
              <a:buNone/>
              <a:defRPr b="0" i="0" sz="1800" u="none" cap="none" strike="noStrike"/>
            </a:lvl2pPr>
            <a:lvl3pPr indent="-228600" lvl="2" marL="1371600" marR="0" algn="l">
              <a:spcBef>
                <a:spcPts val="0"/>
              </a:spcBef>
              <a:spcAft>
                <a:spcPts val="0"/>
              </a:spcAft>
              <a:buSzPts val="1400"/>
              <a:buNone/>
              <a:defRPr b="0" i="0" sz="1800" u="none" cap="none" strike="noStrike"/>
            </a:lvl3pPr>
            <a:lvl4pPr indent="-228600" lvl="3" marL="1828800" marR="0" algn="l">
              <a:spcBef>
                <a:spcPts val="0"/>
              </a:spcBef>
              <a:spcAft>
                <a:spcPts val="0"/>
              </a:spcAft>
              <a:buSzPts val="1400"/>
              <a:buNone/>
              <a:defRPr b="0" i="0" sz="1800" u="none" cap="none" strike="noStrike"/>
            </a:lvl4pPr>
            <a:lvl5pPr indent="-228600" lvl="4" marL="2286000" marR="0" algn="l">
              <a:spcBef>
                <a:spcPts val="0"/>
              </a:spcBef>
              <a:spcAft>
                <a:spcPts val="0"/>
              </a:spcAft>
              <a:buSzPts val="1400"/>
              <a:buNone/>
              <a:defRPr b="0" i="0" sz="1800" u="none" cap="none" strike="noStrike"/>
            </a:lvl5pPr>
            <a:lvl6pPr indent="-228600" lvl="5" marL="2743200" marR="0" algn="l">
              <a:spcBef>
                <a:spcPts val="0"/>
              </a:spcBef>
              <a:spcAft>
                <a:spcPts val="0"/>
              </a:spcAft>
              <a:buSzPts val="1400"/>
              <a:buNone/>
              <a:defRPr b="0" i="0" sz="1800" u="none" cap="none" strike="noStrike"/>
            </a:lvl6pPr>
            <a:lvl7pPr indent="-228600" lvl="6" marL="3200400" marR="0" algn="l">
              <a:spcBef>
                <a:spcPts val="0"/>
              </a:spcBef>
              <a:spcAft>
                <a:spcPts val="0"/>
              </a:spcAft>
              <a:buSzPts val="1400"/>
              <a:buNone/>
              <a:defRPr b="0" i="0" sz="1800" u="none" cap="none" strike="noStrike"/>
            </a:lvl7pPr>
            <a:lvl8pPr indent="-228600" lvl="7" marL="3657600" marR="0" algn="l">
              <a:spcBef>
                <a:spcPts val="0"/>
              </a:spcBef>
              <a:spcAft>
                <a:spcPts val="0"/>
              </a:spcAft>
              <a:buSzPts val="1400"/>
              <a:buNone/>
              <a:defRPr b="0" i="0" sz="1800" u="none" cap="none" strike="noStrike"/>
            </a:lvl8pPr>
            <a:lvl9pPr indent="-228600" lvl="8" marL="4114800" marR="0" algn="l">
              <a:spcBef>
                <a:spcPts val="0"/>
              </a:spcBef>
              <a:spcAft>
                <a:spcPts val="0"/>
              </a:spcAft>
              <a:buSzPts val="1400"/>
              <a:buNone/>
              <a:defRPr b="0" i="0" sz="1800" u="none" cap="none" strike="noStrike"/>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4.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Layout" Target="../slideLayouts/slideLayout7.xml"/><Relationship Id="rId3" Type="http://schemas.openxmlformats.org/officeDocument/2006/relationships/slideLayout" Target="../slideLayouts/slideLayout8.xml"/><Relationship Id="rId4" Type="http://schemas.openxmlformats.org/officeDocument/2006/relationships/slideLayout" Target="../slideLayouts/slideLayout9.xml"/><Relationship Id="rId5" Type="http://schemas.openxmlformats.org/officeDocument/2006/relationships/slideLayout" Target="../slideLayouts/slideLayout10.xml"/><Relationship Id="rId6"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theme" Target="../theme/theme5.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slideLayout" Target="../slideLayouts/slideLayout21.xml"/><Relationship Id="rId5" Type="http://schemas.openxmlformats.org/officeDocument/2006/relationships/slideLayout" Target="../slideLayouts/slideLayout22.xml"/><Relationship Id="rId6" Type="http://schemas.openxmlformats.org/officeDocument/2006/relationships/slideLayout" Target="../slideLayouts/slideLayout23.xml"/><Relationship Id="rId7" Type="http://schemas.openxmlformats.org/officeDocument/2006/relationships/slideLayout" Target="../slideLayouts/slideLayout24.xml"/><Relationship Id="rId8" Type="http://schemas.openxmlformats.org/officeDocument/2006/relationships/theme" Target="../theme/theme6.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9" Type="http://schemas.openxmlformats.org/officeDocument/2006/relationships/theme" Target="../theme/theme3.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 name="Shape 32"/>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3" r:id="rId1"/>
    <p:sldLayoutId id="2147483654" r:id="rId2"/>
    <p:sldLayoutId id="2147483655" r:id="rId3"/>
    <p:sldLayoutId id="2147483656" r:id="rId4"/>
    <p:sldLayoutId id="2147483657"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8" r:id="rId1"/>
    <p:sldLayoutId id="2147483659" r:id="rId2"/>
    <p:sldLayoutId id="2147483660" r:id="rId3"/>
    <p:sldLayoutId id="2147483661" r:id="rId4"/>
    <p:sldLayoutId id="2147483662" r:id="rId5"/>
    <p:sldLayoutId id="2147483663" r:id="rId6"/>
    <p:sldLayoutId id="2147483664"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5" r:id="rId1"/>
    <p:sldLayoutId id="2147483666" r:id="rId2"/>
    <p:sldLayoutId id="2147483667" r:id="rId3"/>
    <p:sldLayoutId id="2147483668" r:id="rId4"/>
    <p:sldLayoutId id="2147483669" r:id="rId5"/>
    <p:sldLayoutId id="2147483670" r:id="rId6"/>
    <p:sldLayoutId id="2147483671"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hyperlink" Target="https://github.com/Nida05/ssp_project.git"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9.xml"/><Relationship Id="rId3" Type="http://schemas.openxmlformats.org/officeDocument/2006/relationships/hyperlink" Target="https://github.com/Nida05/ssp_project.git"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8"/>
          <p:cNvSpPr txBox="1"/>
          <p:nvPr>
            <p:ph type="title"/>
          </p:nvPr>
        </p:nvSpPr>
        <p:spPr>
          <a:xfrm>
            <a:off x="753150" y="854240"/>
            <a:ext cx="4437000" cy="1427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2800"/>
              <a:buFont typeface="Playfair Display Medium"/>
              <a:buNone/>
            </a:pPr>
            <a:r>
              <a:rPr lang="en-US" sz="2800">
                <a:solidFill>
                  <a:schemeClr val="dk1"/>
                </a:solidFill>
                <a:latin typeface="Playfair Display Medium"/>
                <a:ea typeface="Playfair Display Medium"/>
                <a:cs typeface="Playfair Display Medium"/>
                <a:sym typeface="Playfair Display Medium"/>
              </a:rPr>
              <a:t>SPEECH EMOTION</a:t>
            </a:r>
            <a:endParaRPr sz="2800">
              <a:solidFill>
                <a:schemeClr val="dk1"/>
              </a:solidFill>
              <a:latin typeface="Playfair Display Medium"/>
              <a:ea typeface="Playfair Display Medium"/>
              <a:cs typeface="Playfair Display Medium"/>
              <a:sym typeface="Playfair Display Medium"/>
            </a:endParaRPr>
          </a:p>
          <a:p>
            <a:pPr indent="0" lvl="0" marL="0" rtl="0" algn="l">
              <a:lnSpc>
                <a:spcPct val="100000"/>
              </a:lnSpc>
              <a:spcBef>
                <a:spcPts val="0"/>
              </a:spcBef>
              <a:spcAft>
                <a:spcPts val="0"/>
              </a:spcAft>
              <a:buClr>
                <a:schemeClr val="dk1"/>
              </a:buClr>
              <a:buSzPts val="2800"/>
              <a:buFont typeface="Playfair Display Medium"/>
              <a:buNone/>
            </a:pPr>
            <a:r>
              <a:rPr lang="en-US" sz="2800">
                <a:solidFill>
                  <a:schemeClr val="dk1"/>
                </a:solidFill>
                <a:latin typeface="Playfair Display Medium"/>
                <a:ea typeface="Playfair Display Medium"/>
                <a:cs typeface="Playfair Display Medium"/>
                <a:sym typeface="Playfair Display Medium"/>
              </a:rPr>
              <a:t>RECOGNITION</a:t>
            </a:r>
            <a:endParaRPr sz="2800">
              <a:solidFill>
                <a:schemeClr val="dk1"/>
              </a:solidFill>
              <a:latin typeface="Playfair Display Medium"/>
              <a:ea typeface="Playfair Display Medium"/>
              <a:cs typeface="Playfair Display Medium"/>
              <a:sym typeface="Playfair Display Medium"/>
            </a:endParaRPr>
          </a:p>
        </p:txBody>
      </p:sp>
      <p:sp>
        <p:nvSpPr>
          <p:cNvPr id="166" name="Google Shape;166;p38"/>
          <p:cNvSpPr/>
          <p:nvPr/>
        </p:nvSpPr>
        <p:spPr>
          <a:xfrm>
            <a:off x="6534000" y="3914640"/>
            <a:ext cx="1895040" cy="437760"/>
          </a:xfrm>
          <a:prstGeom prst="rect">
            <a:avLst/>
          </a:prstGeom>
          <a:noFill/>
          <a:ln>
            <a:noFill/>
          </a:ln>
        </p:spPr>
        <p:txBody>
          <a:bodyPr anchorCtr="0" anchor="t" bIns="218875" lIns="870823075" spcFirstLastPara="1" rIns="870823075" wrap="square" tIns="218875">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67" name="Google Shape;167;p38"/>
          <p:cNvSpPr/>
          <p:nvPr/>
        </p:nvSpPr>
        <p:spPr>
          <a:xfrm>
            <a:off x="4619520" y="4324320"/>
            <a:ext cx="3809520" cy="294840"/>
          </a:xfrm>
          <a:prstGeom prst="rect">
            <a:avLst/>
          </a:prstGeom>
          <a:noFill/>
          <a:ln>
            <a:noFill/>
          </a:ln>
        </p:spPr>
        <p:txBody>
          <a:bodyPr anchorCtr="0" anchor="t" bIns="147600" lIns="870823075" spcFirstLastPara="1" rIns="870823075" wrap="square" tIns="1476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68" name="Google Shape;168;p38"/>
          <p:cNvSpPr/>
          <p:nvPr/>
        </p:nvSpPr>
        <p:spPr>
          <a:xfrm>
            <a:off x="4657680" y="542880"/>
            <a:ext cx="3771720" cy="266400"/>
          </a:xfrm>
          <a:prstGeom prst="rect">
            <a:avLst/>
          </a:prstGeom>
          <a:noFill/>
          <a:ln>
            <a:noFill/>
          </a:ln>
        </p:spPr>
        <p:txBody>
          <a:bodyPr anchorCtr="0" anchor="t" bIns="133200" lIns="870823075" spcFirstLastPara="1" rIns="870823075" wrap="square" tIns="1332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69" name="Google Shape;169;p38"/>
          <p:cNvSpPr/>
          <p:nvPr/>
        </p:nvSpPr>
        <p:spPr>
          <a:xfrm>
            <a:off x="4657680" y="838080"/>
            <a:ext cx="3771720" cy="266400"/>
          </a:xfrm>
          <a:prstGeom prst="rect">
            <a:avLst/>
          </a:prstGeom>
          <a:noFill/>
          <a:ln>
            <a:noFill/>
          </a:ln>
        </p:spPr>
        <p:txBody>
          <a:bodyPr anchorCtr="0" anchor="t" bIns="133200" lIns="870823075" spcFirstLastPara="1" rIns="870823075" wrap="square" tIns="1332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70" name="Google Shape;170;p38"/>
          <p:cNvSpPr/>
          <p:nvPr/>
        </p:nvSpPr>
        <p:spPr>
          <a:xfrm>
            <a:off x="4657680" y="1143000"/>
            <a:ext cx="3771720" cy="266400"/>
          </a:xfrm>
          <a:prstGeom prst="rect">
            <a:avLst/>
          </a:prstGeom>
          <a:noFill/>
          <a:ln>
            <a:noFill/>
          </a:ln>
        </p:spPr>
        <p:txBody>
          <a:bodyPr anchorCtr="0" anchor="t" bIns="133200" lIns="870823075" spcFirstLastPara="1" rIns="870823075" wrap="square" tIns="1332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71" name="Google Shape;171;p38"/>
          <p:cNvSpPr txBox="1"/>
          <p:nvPr/>
        </p:nvSpPr>
        <p:spPr>
          <a:xfrm>
            <a:off x="753150" y="2326625"/>
            <a:ext cx="3903000" cy="792300"/>
          </a:xfrm>
          <a:prstGeom prst="rect">
            <a:avLst/>
          </a:prstGeom>
          <a:noFill/>
          <a:ln>
            <a:noFill/>
          </a:ln>
        </p:spPr>
        <p:txBody>
          <a:bodyPr anchorCtr="0" anchor="t" bIns="91425" lIns="91425" spcFirstLastPara="1" rIns="91425" wrap="square" tIns="91425">
            <a:noAutofit/>
          </a:bodyPr>
          <a:lstStyle/>
          <a:p>
            <a:pPr indent="0" lvl="0" marL="0" rtl="0" algn="l">
              <a:lnSpc>
                <a:spcPct val="125007"/>
              </a:lnSpc>
              <a:spcBef>
                <a:spcPts val="0"/>
              </a:spcBef>
              <a:spcAft>
                <a:spcPts val="0"/>
              </a:spcAft>
              <a:buClr>
                <a:srgbClr val="000000"/>
              </a:buClr>
              <a:buFont typeface="Arial"/>
              <a:buNone/>
            </a:pPr>
            <a:r>
              <a:rPr lang="en-US" sz="1600">
                <a:solidFill>
                  <a:schemeClr val="dk1"/>
                </a:solidFill>
              </a:rPr>
              <a:t>Using  MFCC , Vowel Region Features</a:t>
            </a:r>
            <a:endParaRPr sz="1600">
              <a:solidFill>
                <a:schemeClr val="dk1"/>
              </a:solidFill>
            </a:endParaRPr>
          </a:p>
          <a:p>
            <a:pPr indent="0" lvl="0" marL="0" rtl="0" algn="l">
              <a:lnSpc>
                <a:spcPct val="125007"/>
              </a:lnSpc>
              <a:spcBef>
                <a:spcPts val="0"/>
              </a:spcBef>
              <a:spcAft>
                <a:spcPts val="0"/>
              </a:spcAft>
              <a:buClr>
                <a:srgbClr val="000000"/>
              </a:buClr>
              <a:buFont typeface="Arial"/>
              <a:buNone/>
            </a:pPr>
            <a:r>
              <a:rPr lang="en-US" sz="1600">
                <a:solidFill>
                  <a:schemeClr val="dk1"/>
                </a:solidFill>
              </a:rPr>
              <a:t>and Pitch Synchronous</a:t>
            </a:r>
            <a:endParaRPr sz="1600">
              <a:solidFill>
                <a:schemeClr val="dk1"/>
              </a:solidFill>
            </a:endParaRPr>
          </a:p>
          <a:p>
            <a:pPr indent="0" lvl="0" marL="0" rtl="0" algn="l">
              <a:lnSpc>
                <a:spcPct val="125007"/>
              </a:lnSpc>
              <a:spcBef>
                <a:spcPts val="0"/>
              </a:spcBef>
              <a:spcAft>
                <a:spcPts val="0"/>
              </a:spcAft>
              <a:buClr>
                <a:srgbClr val="000000"/>
              </a:buClr>
              <a:buFont typeface="Arial"/>
              <a:buNone/>
            </a:pPr>
            <a:r>
              <a:t/>
            </a:r>
            <a:endParaRPr sz="1600">
              <a:solidFill>
                <a:schemeClr val="dk1"/>
              </a:solidFill>
            </a:endParaRPr>
          </a:p>
          <a:p>
            <a:pPr indent="0" lvl="0" marL="0" rtl="0" algn="l">
              <a:spcBef>
                <a:spcPts val="0"/>
              </a:spcBef>
              <a:spcAft>
                <a:spcPts val="0"/>
              </a:spcAft>
              <a:buNone/>
            </a:pPr>
            <a:r>
              <a:t/>
            </a:r>
            <a:endParaRPr sz="1600">
              <a:solidFill>
                <a:schemeClr val="dk1"/>
              </a:solidFill>
            </a:endParaRPr>
          </a:p>
        </p:txBody>
      </p:sp>
      <p:sp>
        <p:nvSpPr>
          <p:cNvPr id="172" name="Google Shape;172;p38"/>
          <p:cNvSpPr txBox="1"/>
          <p:nvPr/>
        </p:nvSpPr>
        <p:spPr>
          <a:xfrm>
            <a:off x="5517000" y="3805100"/>
            <a:ext cx="2614500" cy="35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38"/>
          <p:cNvSpPr txBox="1"/>
          <p:nvPr/>
        </p:nvSpPr>
        <p:spPr>
          <a:xfrm>
            <a:off x="5633725" y="3882925"/>
            <a:ext cx="2863500" cy="43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t>Aditya Raj Singh - 2022102067</a:t>
            </a:r>
            <a:endParaRPr sz="1200"/>
          </a:p>
          <a:p>
            <a:pPr indent="0" lvl="0" marL="0" rtl="0" algn="l">
              <a:spcBef>
                <a:spcPts val="0"/>
              </a:spcBef>
              <a:spcAft>
                <a:spcPts val="0"/>
              </a:spcAft>
              <a:buNone/>
            </a:pPr>
            <a:r>
              <a:rPr lang="en-US" sz="1200"/>
              <a:t>Nida Shahnoor - 2022102007</a:t>
            </a:r>
            <a:endParaRPr sz="1200"/>
          </a:p>
        </p:txBody>
      </p:sp>
      <p:sp>
        <p:nvSpPr>
          <p:cNvPr id="174" name="Google Shape;174;p38"/>
          <p:cNvSpPr txBox="1"/>
          <p:nvPr/>
        </p:nvSpPr>
        <p:spPr>
          <a:xfrm>
            <a:off x="-2222525" y="4087588"/>
            <a:ext cx="7684800" cy="76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300" u="sng">
                <a:solidFill>
                  <a:schemeClr val="hlink"/>
                </a:solidFill>
                <a:hlinkClick r:id="rId3"/>
              </a:rPr>
              <a:t>REPO LINK </a:t>
            </a:r>
            <a:endParaRPr sz="23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9"/>
          <p:cNvSpPr txBox="1"/>
          <p:nvPr>
            <p:ph type="title"/>
          </p:nvPr>
        </p:nvSpPr>
        <p:spPr>
          <a:xfrm>
            <a:off x="194690" y="390415"/>
            <a:ext cx="4638300" cy="57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000">
                <a:solidFill>
                  <a:schemeClr val="dk1"/>
                </a:solidFill>
                <a:latin typeface="Playfair Display"/>
                <a:ea typeface="Playfair Display"/>
                <a:cs typeface="Playfair Display"/>
                <a:sym typeface="Playfair Display"/>
              </a:rPr>
              <a:t>OBJECTIVE REVIEW</a:t>
            </a:r>
            <a:endParaRPr sz="3000">
              <a:solidFill>
                <a:schemeClr val="dk1"/>
              </a:solidFill>
              <a:latin typeface="Playfair Display"/>
              <a:ea typeface="Playfair Display"/>
              <a:cs typeface="Playfair Display"/>
              <a:sym typeface="Playfair Display"/>
            </a:endParaRPr>
          </a:p>
          <a:p>
            <a:pPr indent="0" lvl="0" marL="0" rtl="0" algn="l">
              <a:lnSpc>
                <a:spcPct val="100000"/>
              </a:lnSpc>
              <a:spcBef>
                <a:spcPts val="0"/>
              </a:spcBef>
              <a:spcAft>
                <a:spcPts val="0"/>
              </a:spcAft>
              <a:buClr>
                <a:schemeClr val="dk1"/>
              </a:buClr>
              <a:buSzPts val="2800"/>
              <a:buFont typeface="Playfair Display Medium"/>
              <a:buNone/>
            </a:pPr>
            <a:r>
              <a:t/>
            </a:r>
            <a:endParaRPr sz="3000">
              <a:solidFill>
                <a:schemeClr val="dk1"/>
              </a:solidFill>
              <a:latin typeface="Playfair Display"/>
              <a:ea typeface="Playfair Display"/>
              <a:cs typeface="Playfair Display"/>
              <a:sym typeface="Playfair Display"/>
            </a:endParaRPr>
          </a:p>
        </p:txBody>
      </p:sp>
      <p:sp>
        <p:nvSpPr>
          <p:cNvPr id="180" name="Google Shape;180;p39"/>
          <p:cNvSpPr txBox="1"/>
          <p:nvPr>
            <p:ph idx="1" type="body"/>
          </p:nvPr>
        </p:nvSpPr>
        <p:spPr>
          <a:xfrm>
            <a:off x="61175" y="1314250"/>
            <a:ext cx="5644200" cy="2708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None/>
            </a:pPr>
            <a:r>
              <a:rPr lang="en-US" sz="1400">
                <a:solidFill>
                  <a:schemeClr val="dk1"/>
                </a:solidFill>
                <a:latin typeface="Calibri"/>
                <a:ea typeface="Calibri"/>
                <a:cs typeface="Calibri"/>
                <a:sym typeface="Calibri"/>
              </a:rPr>
              <a:t>Speech Emotion Recognition (SER) aims to identify human emotions from speech signals using computational techniques.</a:t>
            </a:r>
            <a:endParaRPr sz="14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US" sz="1400">
                <a:solidFill>
                  <a:schemeClr val="dk1"/>
                </a:solidFill>
                <a:latin typeface="Calibri"/>
                <a:ea typeface="Calibri"/>
                <a:cs typeface="Calibri"/>
                <a:sym typeface="Calibri"/>
              </a:rPr>
              <a:t>Understanding emotions from speech has applications in:</a:t>
            </a:r>
            <a:br>
              <a:rPr lang="en-US" sz="1400">
                <a:solidFill>
                  <a:schemeClr val="dk1"/>
                </a:solidFill>
                <a:latin typeface="Calibri"/>
                <a:ea typeface="Calibri"/>
                <a:cs typeface="Calibri"/>
                <a:sym typeface="Calibri"/>
              </a:rPr>
            </a:br>
            <a:r>
              <a:rPr lang="en-US" sz="1400">
                <a:solidFill>
                  <a:schemeClr val="dk1"/>
                </a:solidFill>
                <a:latin typeface="Calibri"/>
                <a:ea typeface="Calibri"/>
                <a:cs typeface="Calibri"/>
                <a:sym typeface="Calibri"/>
              </a:rPr>
              <a:t>• Human-Computer Interaction</a:t>
            </a:r>
            <a:br>
              <a:rPr lang="en-US" sz="1400">
                <a:solidFill>
                  <a:schemeClr val="dk1"/>
                </a:solidFill>
                <a:latin typeface="Calibri"/>
                <a:ea typeface="Calibri"/>
                <a:cs typeface="Calibri"/>
                <a:sym typeface="Calibri"/>
              </a:rPr>
            </a:br>
            <a:r>
              <a:rPr lang="en-US" sz="1400">
                <a:solidFill>
                  <a:schemeClr val="dk1"/>
                </a:solidFill>
                <a:latin typeface="Calibri"/>
                <a:ea typeface="Calibri"/>
                <a:cs typeface="Calibri"/>
                <a:sym typeface="Calibri"/>
              </a:rPr>
              <a:t>• Mental Health Monitoring</a:t>
            </a:r>
            <a:br>
              <a:rPr lang="en-US" sz="1400">
                <a:solidFill>
                  <a:schemeClr val="dk1"/>
                </a:solidFill>
                <a:latin typeface="Calibri"/>
                <a:ea typeface="Calibri"/>
                <a:cs typeface="Calibri"/>
                <a:sym typeface="Calibri"/>
              </a:rPr>
            </a:br>
            <a:r>
              <a:rPr lang="en-US" sz="1400">
                <a:solidFill>
                  <a:schemeClr val="dk1"/>
                </a:solidFill>
                <a:latin typeface="Calibri"/>
                <a:ea typeface="Calibri"/>
                <a:cs typeface="Calibri"/>
                <a:sym typeface="Calibri"/>
              </a:rPr>
              <a:t>• Virtual Assistants and Call Centers</a:t>
            </a:r>
            <a:endParaRPr sz="1400">
              <a:solidFill>
                <a:schemeClr val="dk1"/>
              </a:solidFill>
              <a:latin typeface="Calibri"/>
              <a:ea typeface="Calibri"/>
              <a:cs typeface="Calibri"/>
              <a:sym typeface="Calibri"/>
            </a:endParaRPr>
          </a:p>
          <a:p>
            <a:pPr indent="0" lvl="0" marL="0" rtl="0" algn="l">
              <a:lnSpc>
                <a:spcPct val="115000"/>
              </a:lnSpc>
              <a:spcBef>
                <a:spcPts val="1200"/>
              </a:spcBef>
              <a:spcAft>
                <a:spcPts val="1200"/>
              </a:spcAft>
              <a:buNone/>
            </a:pPr>
            <a:r>
              <a:rPr lang="en-US" sz="1400">
                <a:solidFill>
                  <a:schemeClr val="dk1"/>
                </a:solidFill>
                <a:latin typeface="Calibri"/>
                <a:ea typeface="Calibri"/>
                <a:cs typeface="Calibri"/>
                <a:sym typeface="Calibri"/>
              </a:rPr>
              <a:t>This project focuses on extracting meaningful features from speech signals and building a machine learning model to classify emotions.</a:t>
            </a:r>
            <a:endParaRPr sz="1400">
              <a:solidFill>
                <a:schemeClr val="dk1"/>
              </a:solidFill>
              <a:latin typeface="Calibri"/>
              <a:ea typeface="Calibri"/>
              <a:cs typeface="Calibri"/>
              <a:sym typeface="Calibri"/>
            </a:endParaRPr>
          </a:p>
        </p:txBody>
      </p:sp>
      <p:sp>
        <p:nvSpPr>
          <p:cNvPr id="181" name="Google Shape;181;p39"/>
          <p:cNvSpPr/>
          <p:nvPr/>
        </p:nvSpPr>
        <p:spPr>
          <a:xfrm>
            <a:off x="6534000" y="3914640"/>
            <a:ext cx="1895040" cy="437760"/>
          </a:xfrm>
          <a:prstGeom prst="rect">
            <a:avLst/>
          </a:prstGeom>
          <a:noFill/>
          <a:ln>
            <a:noFill/>
          </a:ln>
        </p:spPr>
        <p:txBody>
          <a:bodyPr anchorCtr="0" anchor="t" bIns="218875" lIns="870823075" spcFirstLastPara="1" rIns="870823075" wrap="square" tIns="218875">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82" name="Google Shape;182;p39"/>
          <p:cNvSpPr/>
          <p:nvPr/>
        </p:nvSpPr>
        <p:spPr>
          <a:xfrm>
            <a:off x="4657680" y="542880"/>
            <a:ext cx="3771720" cy="266400"/>
          </a:xfrm>
          <a:prstGeom prst="rect">
            <a:avLst/>
          </a:prstGeom>
          <a:noFill/>
          <a:ln>
            <a:noFill/>
          </a:ln>
        </p:spPr>
        <p:txBody>
          <a:bodyPr anchorCtr="0" anchor="t" bIns="133200" lIns="870823075" spcFirstLastPara="1" rIns="870823075" wrap="square" tIns="1332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83" name="Google Shape;183;p39"/>
          <p:cNvSpPr/>
          <p:nvPr/>
        </p:nvSpPr>
        <p:spPr>
          <a:xfrm>
            <a:off x="4657680" y="838080"/>
            <a:ext cx="3771720" cy="266400"/>
          </a:xfrm>
          <a:prstGeom prst="rect">
            <a:avLst/>
          </a:prstGeom>
          <a:noFill/>
          <a:ln>
            <a:noFill/>
          </a:ln>
        </p:spPr>
        <p:txBody>
          <a:bodyPr anchorCtr="0" anchor="t" bIns="133200" lIns="870823075" spcFirstLastPara="1" rIns="870823075" wrap="square" tIns="1332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84" name="Google Shape;184;p39"/>
          <p:cNvSpPr/>
          <p:nvPr/>
        </p:nvSpPr>
        <p:spPr>
          <a:xfrm>
            <a:off x="4657680" y="1143000"/>
            <a:ext cx="3771720" cy="266400"/>
          </a:xfrm>
          <a:prstGeom prst="rect">
            <a:avLst/>
          </a:prstGeom>
          <a:noFill/>
          <a:ln>
            <a:noFill/>
          </a:ln>
        </p:spPr>
        <p:txBody>
          <a:bodyPr anchorCtr="0" anchor="t" bIns="133200" lIns="870823075" spcFirstLastPara="1" rIns="870823075" wrap="square" tIns="1332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85" name="Google Shape;185;p39"/>
          <p:cNvSpPr/>
          <p:nvPr/>
        </p:nvSpPr>
        <p:spPr>
          <a:xfrm>
            <a:off x="5503325" y="961625"/>
            <a:ext cx="3166150" cy="3413360"/>
          </a:xfrm>
          <a:custGeom>
            <a:rect b="b" l="l" r="r" t="t"/>
            <a:pathLst>
              <a:path extrusionOk="0" h="1563968" w="1081520">
                <a:moveTo>
                  <a:pt x="33271" y="0"/>
                </a:moveTo>
                <a:lnTo>
                  <a:pt x="1048249" y="0"/>
                </a:lnTo>
                <a:cubicBezTo>
                  <a:pt x="1057073" y="0"/>
                  <a:pt x="1065536" y="3505"/>
                  <a:pt x="1071775" y="9745"/>
                </a:cubicBezTo>
                <a:cubicBezTo>
                  <a:pt x="1078015" y="15984"/>
                  <a:pt x="1081520" y="24447"/>
                  <a:pt x="1081520" y="33271"/>
                </a:cubicBezTo>
                <a:lnTo>
                  <a:pt x="1081520" y="1530697"/>
                </a:lnTo>
                <a:cubicBezTo>
                  <a:pt x="1081520" y="1549072"/>
                  <a:pt x="1066624" y="1563968"/>
                  <a:pt x="1048249" y="1563968"/>
                </a:cubicBezTo>
                <a:lnTo>
                  <a:pt x="33271" y="1563968"/>
                </a:lnTo>
                <a:cubicBezTo>
                  <a:pt x="14896" y="1563968"/>
                  <a:pt x="0" y="1549072"/>
                  <a:pt x="0" y="1530697"/>
                </a:cubicBezTo>
                <a:lnTo>
                  <a:pt x="0" y="33271"/>
                </a:lnTo>
                <a:cubicBezTo>
                  <a:pt x="0" y="24447"/>
                  <a:pt x="3505" y="15984"/>
                  <a:pt x="9745" y="9745"/>
                </a:cubicBezTo>
                <a:cubicBezTo>
                  <a:pt x="15984" y="3505"/>
                  <a:pt x="24447" y="0"/>
                  <a:pt x="33271" y="0"/>
                </a:cubicBezTo>
                <a:close/>
              </a:path>
            </a:pathLst>
          </a:custGeom>
          <a:blipFill rotWithShape="1">
            <a:blip r:embed="rId3">
              <a:alphaModFix/>
            </a:blip>
            <a:stretch>
              <a:fillRect b="-20" l="0" r="0" t="-2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40"/>
          <p:cNvSpPr/>
          <p:nvPr/>
        </p:nvSpPr>
        <p:spPr>
          <a:xfrm>
            <a:off x="476276" y="476275"/>
            <a:ext cx="6556800" cy="952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3000">
                <a:solidFill>
                  <a:schemeClr val="dk1"/>
                </a:solidFill>
                <a:latin typeface="Playfair Display SemiBold"/>
                <a:ea typeface="Playfair Display SemiBold"/>
                <a:cs typeface="Playfair Display SemiBold"/>
                <a:sym typeface="Playfair Display SemiBold"/>
              </a:rPr>
              <a:t>Problem Statement &amp; Motivation</a:t>
            </a:r>
            <a:endParaRPr sz="3000">
              <a:solidFill>
                <a:schemeClr val="dk1"/>
              </a:solidFill>
              <a:latin typeface="Playfair Display SemiBold"/>
              <a:ea typeface="Playfair Display SemiBold"/>
              <a:cs typeface="Playfair Display SemiBold"/>
              <a:sym typeface="Playfair Display SemiBold"/>
            </a:endParaRPr>
          </a:p>
          <a:p>
            <a:pPr indent="0" lvl="0" marL="0" marR="0" rtl="0" algn="l">
              <a:lnSpc>
                <a:spcPct val="100000"/>
              </a:lnSpc>
              <a:spcBef>
                <a:spcPts val="0"/>
              </a:spcBef>
              <a:spcAft>
                <a:spcPts val="0"/>
              </a:spcAft>
              <a:buNone/>
            </a:pPr>
            <a:r>
              <a:t/>
            </a:r>
            <a:endParaRPr sz="3000">
              <a:solidFill>
                <a:schemeClr val="dk1"/>
              </a:solidFill>
              <a:latin typeface="Playfair Display SemiBold"/>
              <a:ea typeface="Playfair Display SemiBold"/>
              <a:cs typeface="Playfair Display SemiBold"/>
              <a:sym typeface="Playfair Display SemiBold"/>
            </a:endParaRPr>
          </a:p>
        </p:txBody>
      </p:sp>
      <p:sp>
        <p:nvSpPr>
          <p:cNvPr id="191" name="Google Shape;191;p40"/>
          <p:cNvSpPr/>
          <p:nvPr/>
        </p:nvSpPr>
        <p:spPr>
          <a:xfrm>
            <a:off x="101030" y="1299020"/>
            <a:ext cx="8191200" cy="2761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US">
                <a:solidFill>
                  <a:schemeClr val="dk1"/>
                </a:solidFill>
              </a:rPr>
              <a:t>Traditional models often rely on general features extracted from the entire speech signal, which may include silence, noise, and non-informative regions.</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This can reduce the effectiveness of emotion classification.</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Motivation:</a:t>
            </a:r>
            <a:br>
              <a:rPr lang="en-US">
                <a:solidFill>
                  <a:schemeClr val="dk1"/>
                </a:solidFill>
              </a:rPr>
            </a:br>
            <a:r>
              <a:rPr lang="en-US">
                <a:solidFill>
                  <a:schemeClr val="dk1"/>
                </a:solidFill>
              </a:rPr>
              <a:t>• Improve feature quality by focusing on meaningful speech regions</a:t>
            </a:r>
            <a:br>
              <a:rPr lang="en-US">
                <a:solidFill>
                  <a:schemeClr val="dk1"/>
                </a:solidFill>
              </a:rPr>
            </a:br>
            <a:r>
              <a:rPr lang="en-US">
                <a:solidFill>
                  <a:schemeClr val="dk1"/>
                </a:solidFill>
              </a:rPr>
              <a:t>• Handle class imbalance using data augmentation</a:t>
            </a:r>
            <a:br>
              <a:rPr lang="en-US">
                <a:solidFill>
                  <a:schemeClr val="dk1"/>
                </a:solidFill>
              </a:rPr>
            </a:br>
            <a:r>
              <a:rPr lang="en-US">
                <a:solidFill>
                  <a:schemeClr val="dk1"/>
                </a:solidFill>
              </a:rPr>
              <a:t>• Build a robust evaluation pipeline using classical Machine Learning (SVM) to validate feature extraction before transitioning to Deep Learning.</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The goal is to develop a system that can accurately classify emotions from speech signals.</a:t>
            </a:r>
            <a:endParaRPr>
              <a:solidFill>
                <a:schemeClr val="dk1"/>
              </a:solidFill>
            </a:endParaRPr>
          </a:p>
          <a:p>
            <a:pPr indent="0" lvl="0" marL="0" rtl="0" algn="ctr">
              <a:spcBef>
                <a:spcPts val="1200"/>
              </a:spcBef>
              <a:spcAft>
                <a:spcPts val="0"/>
              </a:spcAft>
              <a:buNone/>
            </a:pPr>
            <a:r>
              <a:t/>
            </a:r>
            <a:endParaRPr>
              <a:solidFill>
                <a:schemeClr val="dk1"/>
              </a:solidFill>
            </a:endParaRPr>
          </a:p>
          <a:p>
            <a:pPr indent="0" lvl="0" marL="0" marR="0" rtl="0" algn="l">
              <a:lnSpc>
                <a:spcPct val="150000"/>
              </a:lnSpc>
              <a:spcBef>
                <a:spcPts val="0"/>
              </a:spcBef>
              <a:spcAft>
                <a:spcPts val="0"/>
              </a:spcAft>
              <a:buNone/>
            </a:pPr>
            <a:r>
              <a:t/>
            </a:r>
            <a:endParaRPr>
              <a:solidFill>
                <a:schemeClr val="dk1"/>
              </a:solidFill>
              <a:latin typeface="DM Sans"/>
              <a:ea typeface="DM Sans"/>
              <a:cs typeface="DM Sans"/>
              <a:sym typeface="DM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41"/>
          <p:cNvSpPr/>
          <p:nvPr/>
        </p:nvSpPr>
        <p:spPr>
          <a:xfrm>
            <a:off x="43275" y="-254925"/>
            <a:ext cx="7528500" cy="952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3000">
              <a:solidFill>
                <a:schemeClr val="dk1"/>
              </a:solidFill>
              <a:latin typeface="Playfair Display SemiBold"/>
              <a:ea typeface="Playfair Display SemiBold"/>
              <a:cs typeface="Playfair Display SemiBold"/>
              <a:sym typeface="Playfair Display SemiBold"/>
            </a:endParaRPr>
          </a:p>
          <a:p>
            <a:pPr indent="0" lvl="0" marL="0" rtl="0" algn="l">
              <a:spcBef>
                <a:spcPts val="0"/>
              </a:spcBef>
              <a:spcAft>
                <a:spcPts val="0"/>
              </a:spcAft>
              <a:buNone/>
            </a:pPr>
            <a:r>
              <a:rPr lang="en-US" sz="3000">
                <a:solidFill>
                  <a:schemeClr val="dk1"/>
                </a:solidFill>
                <a:latin typeface="Playfair Display SemiBold"/>
                <a:ea typeface="Playfair Display SemiBold"/>
                <a:cs typeface="Playfair Display SemiBold"/>
                <a:sym typeface="Playfair Display SemiBold"/>
              </a:rPr>
              <a:t>Dataset Description &amp; Preprocessing</a:t>
            </a:r>
            <a:endParaRPr sz="3000">
              <a:solidFill>
                <a:schemeClr val="dk1"/>
              </a:solidFill>
              <a:latin typeface="Playfair Display SemiBold"/>
              <a:ea typeface="Playfair Display SemiBold"/>
              <a:cs typeface="Playfair Display SemiBold"/>
              <a:sym typeface="Playfair Display SemiBold"/>
            </a:endParaRPr>
          </a:p>
          <a:p>
            <a:pPr indent="0" lvl="0" marL="0" rtl="0" algn="l">
              <a:spcBef>
                <a:spcPts val="0"/>
              </a:spcBef>
              <a:spcAft>
                <a:spcPts val="0"/>
              </a:spcAft>
              <a:buNone/>
            </a:pPr>
            <a:r>
              <a:t/>
            </a:r>
            <a:endParaRPr sz="3000">
              <a:solidFill>
                <a:schemeClr val="dk1"/>
              </a:solidFill>
              <a:latin typeface="Playfair Display SemiBold"/>
              <a:ea typeface="Playfair Display SemiBold"/>
              <a:cs typeface="Playfair Display SemiBold"/>
              <a:sym typeface="Playfair Display SemiBold"/>
            </a:endParaRPr>
          </a:p>
          <a:p>
            <a:pPr indent="0" lvl="0" marL="0" marR="0" rtl="0" algn="l">
              <a:lnSpc>
                <a:spcPct val="100000"/>
              </a:lnSpc>
              <a:spcBef>
                <a:spcPts val="0"/>
              </a:spcBef>
              <a:spcAft>
                <a:spcPts val="0"/>
              </a:spcAft>
              <a:buNone/>
            </a:pPr>
            <a:r>
              <a:t/>
            </a:r>
            <a:endParaRPr sz="3000">
              <a:solidFill>
                <a:schemeClr val="dk1"/>
              </a:solidFill>
              <a:latin typeface="Playfair Display SemiBold"/>
              <a:ea typeface="Playfair Display SemiBold"/>
              <a:cs typeface="Playfair Display SemiBold"/>
              <a:sym typeface="Playfair Display SemiBold"/>
            </a:endParaRPr>
          </a:p>
        </p:txBody>
      </p:sp>
      <p:sp>
        <p:nvSpPr>
          <p:cNvPr id="197" name="Google Shape;197;p41"/>
          <p:cNvSpPr/>
          <p:nvPr/>
        </p:nvSpPr>
        <p:spPr>
          <a:xfrm>
            <a:off x="110650" y="789100"/>
            <a:ext cx="6566400" cy="31749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b="1" lang="en-US" sz="1200">
                <a:solidFill>
                  <a:schemeClr val="dk1"/>
                </a:solidFill>
                <a:latin typeface="Calibri"/>
                <a:ea typeface="Calibri"/>
                <a:cs typeface="Calibri"/>
                <a:sym typeface="Calibri"/>
              </a:rPr>
              <a:t>Dataset Used: EMO-DB (Berlin Emotional Speech Database):</a:t>
            </a:r>
            <a:endParaRPr b="1"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US" sz="1200">
                <a:solidFill>
                  <a:schemeClr val="dk1"/>
                </a:solidFill>
                <a:latin typeface="Calibri"/>
                <a:ea typeface="Calibri"/>
                <a:cs typeface="Calibri"/>
                <a:sym typeface="Calibri"/>
              </a:rPr>
              <a:t>Contains 535 speech recordings from 10 speakers (5 male, 5 female)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Recorded in German with 7 emotion classes: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Angry, Boredom, Disgust, Fear, Happy, Sad, Neutral</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b="1" lang="en-US" sz="1200">
                <a:solidFill>
                  <a:schemeClr val="dk1"/>
                </a:solidFill>
                <a:latin typeface="Calibri"/>
                <a:ea typeface="Calibri"/>
                <a:cs typeface="Calibri"/>
                <a:sym typeface="Calibri"/>
              </a:rPr>
              <a:t>Challenges: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Dataset is highly imbalanced (e.g., Angry has more samples than Disgust)</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b="1" lang="en-US" sz="1200">
                <a:solidFill>
                  <a:schemeClr val="dk1"/>
                </a:solidFill>
                <a:latin typeface="Calibri"/>
                <a:ea typeface="Calibri"/>
                <a:cs typeface="Calibri"/>
                <a:sym typeface="Calibri"/>
              </a:rPr>
              <a:t>Preprocessing &amp; Changes: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Parsed filenames to extract speaker ID and emotion labels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Applied data augmentation (noise addition, time-stretching)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Balanced dataset to ~130 samples per class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Normalized audio signals before feature extraction</a:t>
            </a: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sz="1200">
              <a:solidFill>
                <a:schemeClr val="dk1"/>
              </a:solidFill>
              <a:latin typeface="Calibri"/>
              <a:ea typeface="Calibri"/>
              <a:cs typeface="Calibri"/>
              <a:sym typeface="Calibri"/>
            </a:endParaRPr>
          </a:p>
          <a:p>
            <a:pPr indent="0" lvl="0" marL="0" marR="0" rtl="0" algn="l">
              <a:lnSpc>
                <a:spcPct val="150000"/>
              </a:lnSpc>
              <a:spcBef>
                <a:spcPts val="0"/>
              </a:spcBef>
              <a:spcAft>
                <a:spcPts val="0"/>
              </a:spcAft>
              <a:buNone/>
            </a:pPr>
            <a:r>
              <a:t/>
            </a:r>
            <a:endParaRPr sz="1200">
              <a:solidFill>
                <a:schemeClr val="dk1"/>
              </a:solidFill>
              <a:latin typeface="DM Sans"/>
              <a:ea typeface="DM Sans"/>
              <a:cs typeface="DM Sans"/>
              <a:sym typeface="DM Sans"/>
            </a:endParaRPr>
          </a:p>
        </p:txBody>
      </p:sp>
      <p:pic>
        <p:nvPicPr>
          <p:cNvPr id="198" name="Google Shape;198;p41"/>
          <p:cNvPicPr preferRelativeResize="0"/>
          <p:nvPr/>
        </p:nvPicPr>
        <p:blipFill>
          <a:blip r:embed="rId3">
            <a:alphaModFix/>
          </a:blip>
          <a:stretch>
            <a:fillRect/>
          </a:stretch>
        </p:blipFill>
        <p:spPr>
          <a:xfrm>
            <a:off x="4920500" y="899100"/>
            <a:ext cx="3449976" cy="2006500"/>
          </a:xfrm>
          <a:prstGeom prst="rect">
            <a:avLst/>
          </a:prstGeom>
          <a:noFill/>
          <a:ln>
            <a:noFill/>
          </a:ln>
        </p:spPr>
      </p:pic>
      <p:pic>
        <p:nvPicPr>
          <p:cNvPr id="199" name="Google Shape;199;p41"/>
          <p:cNvPicPr preferRelativeResize="0"/>
          <p:nvPr/>
        </p:nvPicPr>
        <p:blipFill>
          <a:blip r:embed="rId4">
            <a:alphaModFix/>
          </a:blip>
          <a:stretch>
            <a:fillRect/>
          </a:stretch>
        </p:blipFill>
        <p:spPr>
          <a:xfrm>
            <a:off x="5303300" y="2956163"/>
            <a:ext cx="2838450" cy="1781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42"/>
          <p:cNvSpPr/>
          <p:nvPr/>
        </p:nvSpPr>
        <p:spPr>
          <a:xfrm>
            <a:off x="43275" y="264625"/>
            <a:ext cx="7528500" cy="726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2700">
                <a:solidFill>
                  <a:schemeClr val="dk1"/>
                </a:solidFill>
                <a:latin typeface="Playfair Display SemiBold"/>
                <a:ea typeface="Playfair Display SemiBold"/>
                <a:cs typeface="Playfair Display SemiBold"/>
                <a:sym typeface="Playfair Display SemiBold"/>
              </a:rPr>
              <a:t>Mel-frequency cepstral coefficients : Overview</a:t>
            </a:r>
            <a:endParaRPr sz="2700">
              <a:solidFill>
                <a:schemeClr val="dk1"/>
              </a:solidFill>
              <a:latin typeface="Playfair Display SemiBold"/>
              <a:ea typeface="Playfair Display SemiBold"/>
              <a:cs typeface="Playfair Display SemiBold"/>
              <a:sym typeface="Playfair Display SemiBold"/>
            </a:endParaRPr>
          </a:p>
          <a:p>
            <a:pPr indent="0" lvl="0" marL="0" marR="0" rtl="0" algn="l">
              <a:lnSpc>
                <a:spcPct val="100000"/>
              </a:lnSpc>
              <a:spcBef>
                <a:spcPts val="0"/>
              </a:spcBef>
              <a:spcAft>
                <a:spcPts val="0"/>
              </a:spcAft>
              <a:buNone/>
            </a:pPr>
            <a:r>
              <a:t/>
            </a:r>
            <a:endParaRPr sz="2700">
              <a:solidFill>
                <a:schemeClr val="dk1"/>
              </a:solidFill>
              <a:latin typeface="Playfair Display SemiBold"/>
              <a:ea typeface="Playfair Display SemiBold"/>
              <a:cs typeface="Playfair Display SemiBold"/>
              <a:sym typeface="Playfair Display SemiBold"/>
            </a:endParaRPr>
          </a:p>
        </p:txBody>
      </p:sp>
      <p:sp>
        <p:nvSpPr>
          <p:cNvPr id="205" name="Google Shape;205;p42"/>
          <p:cNvSpPr txBox="1"/>
          <p:nvPr/>
        </p:nvSpPr>
        <p:spPr>
          <a:xfrm>
            <a:off x="108400" y="733800"/>
            <a:ext cx="8223900" cy="7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latin typeface="Noto Sans Symbols"/>
                <a:ea typeface="Noto Sans Symbols"/>
                <a:cs typeface="Noto Sans Symbols"/>
                <a:sym typeface="Noto Sans Symbols"/>
              </a:rPr>
              <a:t>MFCCs represent the short-term power spectrum of speech in a way that mimics how the human auditory system perceives sound. They compress the most perceptually relevant spectral information into a small set of coefficients.  In our pipeline we used 26 coefficients per frame.     </a:t>
            </a:r>
            <a:endParaRPr sz="1200">
              <a:latin typeface="Noto Sans Symbols"/>
              <a:ea typeface="Noto Sans Symbols"/>
              <a:cs typeface="Noto Sans Symbols"/>
              <a:sym typeface="Noto Sans Symbols"/>
            </a:endParaRPr>
          </a:p>
        </p:txBody>
      </p:sp>
      <p:pic>
        <p:nvPicPr>
          <p:cNvPr id="206" name="Google Shape;206;p42"/>
          <p:cNvPicPr preferRelativeResize="0"/>
          <p:nvPr/>
        </p:nvPicPr>
        <p:blipFill>
          <a:blip r:embed="rId3">
            <a:alphaModFix/>
          </a:blip>
          <a:stretch>
            <a:fillRect/>
          </a:stretch>
        </p:blipFill>
        <p:spPr>
          <a:xfrm>
            <a:off x="5191750" y="1675575"/>
            <a:ext cx="3299544" cy="2741299"/>
          </a:xfrm>
          <a:prstGeom prst="rect">
            <a:avLst/>
          </a:prstGeom>
          <a:noFill/>
          <a:ln>
            <a:noFill/>
          </a:ln>
        </p:spPr>
      </p:pic>
      <p:graphicFrame>
        <p:nvGraphicFramePr>
          <p:cNvPr id="207" name="Google Shape;207;p42"/>
          <p:cNvGraphicFramePr/>
          <p:nvPr/>
        </p:nvGraphicFramePr>
        <p:xfrm>
          <a:off x="151306" y="1510200"/>
          <a:ext cx="3000000" cy="3000000"/>
        </p:xfrm>
        <a:graphic>
          <a:graphicData uri="http://schemas.openxmlformats.org/drawingml/2006/table">
            <a:tbl>
              <a:tblPr>
                <a:noFill/>
                <a:tableStyleId>{4B810A66-331B-41DF-9ABD-91934B9F1DE6}</a:tableStyleId>
              </a:tblPr>
              <a:tblGrid>
                <a:gridCol w="2323225"/>
                <a:gridCol w="2323225"/>
              </a:tblGrid>
              <a:tr h="843525">
                <a:tc>
                  <a:txBody>
                    <a:bodyPr/>
                    <a:lstStyle/>
                    <a:p>
                      <a:pPr indent="0" lvl="0" marL="0" rtl="0" algn="l">
                        <a:spcBef>
                          <a:spcPts val="0"/>
                        </a:spcBef>
                        <a:spcAft>
                          <a:spcPts val="0"/>
                        </a:spcAft>
                        <a:buNone/>
                      </a:pPr>
                      <a:r>
                        <a:rPr lang="en-US" sz="1100">
                          <a:solidFill>
                            <a:srgbClr val="0C447C"/>
                          </a:solidFill>
                          <a:highlight>
                            <a:srgbClr val="E6F1FB"/>
                          </a:highlight>
                        </a:rPr>
                        <a:t>C1 – C4</a:t>
                      </a:r>
                      <a:endParaRPr/>
                    </a:p>
                  </a:txBody>
                  <a:tcPr marT="91425" marB="91425" marR="91425" marL="91425"/>
                </a:tc>
                <a:tc>
                  <a:txBody>
                    <a:bodyPr/>
                    <a:lstStyle/>
                    <a:p>
                      <a:pPr indent="0" lvl="0" marL="0" rtl="0" algn="l">
                        <a:spcBef>
                          <a:spcPts val="0"/>
                        </a:spcBef>
                        <a:spcAft>
                          <a:spcPts val="0"/>
                        </a:spcAft>
                        <a:buNone/>
                      </a:pPr>
                      <a:r>
                        <a:rPr lang="en-US" sz="800">
                          <a:latin typeface="Playfair Display"/>
                          <a:ea typeface="Playfair Display"/>
                          <a:cs typeface="Playfair Display"/>
                          <a:sym typeface="Playfair Display"/>
                        </a:rPr>
                        <a:t>Overall spectral tilt and gross vocal tract shape.Captures how energy is distributed across low vs high frequencies</a:t>
                      </a:r>
                      <a:endParaRPr sz="800">
                        <a:latin typeface="Playfair Display"/>
                        <a:ea typeface="Playfair Display"/>
                        <a:cs typeface="Playfair Display"/>
                        <a:sym typeface="Playfair Display"/>
                      </a:endParaRPr>
                    </a:p>
                    <a:p>
                      <a:pPr indent="0" lvl="0" marL="0" rtl="0" algn="l">
                        <a:spcBef>
                          <a:spcPts val="0"/>
                        </a:spcBef>
                        <a:spcAft>
                          <a:spcPts val="0"/>
                        </a:spcAft>
                        <a:buNone/>
                      </a:pPr>
                      <a:r>
                        <a:t/>
                      </a:r>
                      <a:endParaRPr sz="800">
                        <a:latin typeface="Playfair Display"/>
                        <a:ea typeface="Playfair Display"/>
                        <a:cs typeface="Playfair Display"/>
                        <a:sym typeface="Playfair Display"/>
                      </a:endParaRPr>
                    </a:p>
                  </a:txBody>
                  <a:tcPr marT="91425" marB="91425" marR="91425" marL="91425"/>
                </a:tc>
              </a:tr>
              <a:tr h="1045700">
                <a:tc>
                  <a:txBody>
                    <a:bodyPr/>
                    <a:lstStyle/>
                    <a:p>
                      <a:pPr indent="0" lvl="0" marL="0" rtl="0" algn="l">
                        <a:spcBef>
                          <a:spcPts val="0"/>
                        </a:spcBef>
                        <a:spcAft>
                          <a:spcPts val="0"/>
                        </a:spcAft>
                        <a:buNone/>
                      </a:pPr>
                      <a:r>
                        <a:rPr lang="en-US" sz="1100">
                          <a:solidFill>
                            <a:srgbClr val="085041"/>
                          </a:solidFill>
                          <a:highlight>
                            <a:srgbClr val="E1F5EE"/>
                          </a:highlight>
                        </a:rPr>
                        <a:t>C5 – C10</a:t>
                      </a:r>
                      <a:endParaRPr/>
                    </a:p>
                  </a:txBody>
                  <a:tcPr marT="91425" marB="91425" marR="91425" marL="91425"/>
                </a:tc>
                <a:tc>
                  <a:txBody>
                    <a:bodyPr/>
                    <a:lstStyle/>
                    <a:p>
                      <a:pPr indent="0" lvl="0" marL="0" rtl="0" algn="l">
                        <a:spcBef>
                          <a:spcPts val="0"/>
                        </a:spcBef>
                        <a:spcAft>
                          <a:spcPts val="0"/>
                        </a:spcAft>
                        <a:buNone/>
                      </a:pPr>
                      <a:r>
                        <a:rPr lang="en-US" sz="800">
                          <a:latin typeface="Playfair Display"/>
                          <a:ea typeface="Playfair Display"/>
                          <a:cs typeface="Playfair Display"/>
                          <a:sym typeface="Playfair Display"/>
                        </a:rPr>
                        <a:t>Formant frequencies F1, F2, F3 vowel identity and quality.This range encodes the primary resonance peaks of the vocal tract. F1 reflects vowel height . F2 reflects vowel frontness. Emotional state directly changes how open and tense the vocal tract is, shifting these coefficients.</a:t>
                      </a:r>
                      <a:endParaRPr sz="800">
                        <a:latin typeface="Playfair Display"/>
                        <a:ea typeface="Playfair Display"/>
                        <a:cs typeface="Playfair Display"/>
                        <a:sym typeface="Playfair Display"/>
                      </a:endParaRPr>
                    </a:p>
                    <a:p>
                      <a:pPr indent="0" lvl="0" marL="0" rtl="0" algn="l">
                        <a:spcBef>
                          <a:spcPts val="0"/>
                        </a:spcBef>
                        <a:spcAft>
                          <a:spcPts val="0"/>
                        </a:spcAft>
                        <a:buNone/>
                      </a:pPr>
                      <a:r>
                        <a:t/>
                      </a:r>
                      <a:endParaRPr sz="800">
                        <a:latin typeface="Playfair Display"/>
                        <a:ea typeface="Playfair Display"/>
                        <a:cs typeface="Playfair Display"/>
                        <a:sym typeface="Playfair Display"/>
                      </a:endParaRPr>
                    </a:p>
                  </a:txBody>
                  <a:tcPr marT="91425" marB="91425" marR="91425" marL="91425"/>
                </a:tc>
              </a:tr>
              <a:tr h="677325">
                <a:tc>
                  <a:txBody>
                    <a:bodyPr/>
                    <a:lstStyle/>
                    <a:p>
                      <a:pPr indent="0" lvl="0" marL="0" rtl="0" algn="l">
                        <a:spcBef>
                          <a:spcPts val="0"/>
                        </a:spcBef>
                        <a:spcAft>
                          <a:spcPts val="0"/>
                        </a:spcAft>
                        <a:buNone/>
                      </a:pPr>
                      <a:r>
                        <a:rPr lang="en-US" sz="1100">
                          <a:solidFill>
                            <a:srgbClr val="3C3489"/>
                          </a:solidFill>
                          <a:highlight>
                            <a:srgbClr val="EEEDFE"/>
                          </a:highlight>
                        </a:rPr>
                        <a:t>C11 – C16</a:t>
                      </a:r>
                      <a:endParaRPr/>
                    </a:p>
                  </a:txBody>
                  <a:tcPr marT="91425" marB="91425" marR="91425" marL="91425"/>
                </a:tc>
                <a:tc>
                  <a:txBody>
                    <a:bodyPr/>
                    <a:lstStyle/>
                    <a:p>
                      <a:pPr indent="0" lvl="0" marL="0" rtl="0" algn="l">
                        <a:spcBef>
                          <a:spcPts val="0"/>
                        </a:spcBef>
                        <a:spcAft>
                          <a:spcPts val="0"/>
                        </a:spcAft>
                        <a:buNone/>
                      </a:pPr>
                      <a:r>
                        <a:rPr lang="en-US" sz="800">
                          <a:latin typeface="Playfair Display"/>
                          <a:ea typeface="Playfair Display"/>
                          <a:cs typeface="Playfair Display"/>
                          <a:sym typeface="Playfair Display"/>
                        </a:rPr>
                        <a:t>Spectral fine structure voice quality and breathiness Captures subtle resonance patterns related to glottal opening and voice quality.</a:t>
                      </a:r>
                      <a:endParaRPr sz="800">
                        <a:latin typeface="Playfair Display"/>
                        <a:ea typeface="Playfair Display"/>
                        <a:cs typeface="Playfair Display"/>
                        <a:sym typeface="Playfair Display"/>
                      </a:endParaRPr>
                    </a:p>
                    <a:p>
                      <a:pPr indent="0" lvl="0" marL="0" rtl="0" algn="l">
                        <a:spcBef>
                          <a:spcPts val="0"/>
                        </a:spcBef>
                        <a:spcAft>
                          <a:spcPts val="0"/>
                        </a:spcAft>
                        <a:buNone/>
                      </a:pPr>
                      <a:r>
                        <a:t/>
                      </a:r>
                      <a:endParaRPr sz="800">
                        <a:latin typeface="Playfair Display"/>
                        <a:ea typeface="Playfair Display"/>
                        <a:cs typeface="Playfair Display"/>
                        <a:sym typeface="Playfair Display"/>
                      </a:endParaRPr>
                    </a:p>
                  </a:txBody>
                  <a:tcPr marT="91425" marB="91425" marR="91425" marL="91425"/>
                </a:tc>
              </a:tr>
              <a:tr h="677325">
                <a:tc>
                  <a:txBody>
                    <a:bodyPr/>
                    <a:lstStyle/>
                    <a:p>
                      <a:pPr indent="0" lvl="0" marL="0" rtl="0" algn="l">
                        <a:spcBef>
                          <a:spcPts val="0"/>
                        </a:spcBef>
                        <a:spcAft>
                          <a:spcPts val="0"/>
                        </a:spcAft>
                        <a:buNone/>
                      </a:pPr>
                      <a:r>
                        <a:rPr lang="en-US" sz="1100">
                          <a:solidFill>
                            <a:srgbClr val="633806"/>
                          </a:solidFill>
                          <a:highlight>
                            <a:srgbClr val="FAEEDA"/>
                          </a:highlight>
                        </a:rPr>
                        <a:t>C17 – C26</a:t>
                      </a:r>
                      <a:endParaRPr sz="1100">
                        <a:solidFill>
                          <a:srgbClr val="3C3489"/>
                        </a:solidFill>
                        <a:highlight>
                          <a:srgbClr val="EEEDFE"/>
                        </a:highlight>
                      </a:endParaRPr>
                    </a:p>
                  </a:txBody>
                  <a:tcPr marT="91425" marB="91425" marR="91425" marL="91425"/>
                </a:tc>
                <a:tc>
                  <a:txBody>
                    <a:bodyPr/>
                    <a:lstStyle/>
                    <a:p>
                      <a:pPr indent="0" lvl="0" marL="0" rtl="0" algn="l">
                        <a:spcBef>
                          <a:spcPts val="0"/>
                        </a:spcBef>
                        <a:spcAft>
                          <a:spcPts val="0"/>
                        </a:spcAft>
                        <a:buNone/>
                      </a:pPr>
                      <a:r>
                        <a:rPr lang="en-US" sz="800">
                          <a:latin typeface="Playfair Display"/>
                          <a:ea typeface="Playfair Display"/>
                          <a:cs typeface="Playfair Display"/>
                          <a:sym typeface="Playfair Display"/>
                        </a:rPr>
                        <a:t>Higher order spectral details  articulation precision encodes precise articulatory movements</a:t>
                      </a:r>
                      <a:endParaRPr sz="800">
                        <a:latin typeface="Playfair Display"/>
                        <a:ea typeface="Playfair Display"/>
                        <a:cs typeface="Playfair Display"/>
                        <a:sym typeface="Playfair Display"/>
                      </a:endParaRPr>
                    </a:p>
                    <a:p>
                      <a:pPr indent="0" lvl="0" marL="0" rtl="0" algn="l">
                        <a:spcBef>
                          <a:spcPts val="0"/>
                        </a:spcBef>
                        <a:spcAft>
                          <a:spcPts val="0"/>
                        </a:spcAft>
                        <a:buNone/>
                      </a:pPr>
                      <a:r>
                        <a:t/>
                      </a:r>
                      <a:endParaRPr sz="800">
                        <a:latin typeface="Playfair Display"/>
                        <a:ea typeface="Playfair Display"/>
                        <a:cs typeface="Playfair Display"/>
                        <a:sym typeface="Playfair Display"/>
                      </a:endParaRPr>
                    </a:p>
                  </a:txBody>
                  <a:tcPr marT="91425" marB="91425" marR="91425" marL="914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43"/>
          <p:cNvSpPr/>
          <p:nvPr/>
        </p:nvSpPr>
        <p:spPr>
          <a:xfrm>
            <a:off x="43275" y="264625"/>
            <a:ext cx="7528500" cy="726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2700">
                <a:solidFill>
                  <a:schemeClr val="dk1"/>
                </a:solidFill>
                <a:latin typeface="Playfair Display SemiBold"/>
                <a:ea typeface="Playfair Display SemiBold"/>
                <a:cs typeface="Playfair Display SemiBold"/>
                <a:sym typeface="Playfair Display SemiBold"/>
              </a:rPr>
              <a:t>Mel-frequency cepstral coefficients </a:t>
            </a:r>
            <a:endParaRPr sz="2700">
              <a:solidFill>
                <a:schemeClr val="dk1"/>
              </a:solidFill>
              <a:latin typeface="Playfair Display SemiBold"/>
              <a:ea typeface="Playfair Display SemiBold"/>
              <a:cs typeface="Playfair Display SemiBold"/>
              <a:sym typeface="Playfair Display SemiBold"/>
            </a:endParaRPr>
          </a:p>
          <a:p>
            <a:pPr indent="0" lvl="0" marL="0" marR="0" rtl="0" algn="l">
              <a:lnSpc>
                <a:spcPct val="100000"/>
              </a:lnSpc>
              <a:spcBef>
                <a:spcPts val="0"/>
              </a:spcBef>
              <a:spcAft>
                <a:spcPts val="0"/>
              </a:spcAft>
              <a:buNone/>
            </a:pPr>
            <a:r>
              <a:t/>
            </a:r>
            <a:endParaRPr sz="2700">
              <a:solidFill>
                <a:schemeClr val="dk1"/>
              </a:solidFill>
              <a:latin typeface="Playfair Display SemiBold"/>
              <a:ea typeface="Playfair Display SemiBold"/>
              <a:cs typeface="Playfair Display SemiBold"/>
              <a:sym typeface="Playfair Display SemiBold"/>
            </a:endParaRPr>
          </a:p>
        </p:txBody>
      </p:sp>
      <p:graphicFrame>
        <p:nvGraphicFramePr>
          <p:cNvPr id="213" name="Google Shape;213;p43"/>
          <p:cNvGraphicFramePr/>
          <p:nvPr/>
        </p:nvGraphicFramePr>
        <p:xfrm>
          <a:off x="480550" y="1049450"/>
          <a:ext cx="3000000" cy="3000000"/>
        </p:xfrm>
        <a:graphic>
          <a:graphicData uri="http://schemas.openxmlformats.org/drawingml/2006/table">
            <a:tbl>
              <a:tblPr>
                <a:noFill/>
                <a:tableStyleId>{4B810A66-331B-41DF-9ABD-91934B9F1DE6}</a:tableStyleId>
              </a:tblPr>
              <a:tblGrid>
                <a:gridCol w="2587475"/>
                <a:gridCol w="2587475"/>
                <a:gridCol w="2587475"/>
              </a:tblGrid>
              <a:tr h="763650">
                <a:tc>
                  <a:txBody>
                    <a:bodyPr/>
                    <a:lstStyle/>
                    <a:p>
                      <a:pPr indent="0" lvl="0" marL="0" rtl="0" algn="l">
                        <a:spcBef>
                          <a:spcPts val="0"/>
                        </a:spcBef>
                        <a:spcAft>
                          <a:spcPts val="0"/>
                        </a:spcAft>
                        <a:buNone/>
                      </a:pPr>
                      <a:r>
                        <a:rPr lang="en-US" sz="1100">
                          <a:solidFill>
                            <a:srgbClr val="712B13"/>
                          </a:solidFill>
                        </a:rPr>
                        <a:t>Angry</a:t>
                      </a:r>
                      <a:endParaRPr sz="1100">
                        <a:solidFill>
                          <a:srgbClr val="712B13"/>
                        </a:solidFill>
                      </a:endParaRPr>
                    </a:p>
                    <a:p>
                      <a:pPr indent="0" lvl="0" marL="0" rtl="0" algn="l">
                        <a:spcBef>
                          <a:spcPts val="0"/>
                        </a:spcBef>
                        <a:spcAft>
                          <a:spcPts val="0"/>
                        </a:spcAft>
                        <a:buNone/>
                      </a:pPr>
                      <a:r>
                        <a:rPr lang="en-US" sz="1100"/>
                        <a:t>High C1–C4 (tense vocal tract, raised energy). High delta-C1 (rapid formant movement). Short vowel duration. High F0 mean. Loud, clipped spectral shape.</a:t>
                      </a:r>
                      <a:endParaRPr sz="1100"/>
                    </a:p>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US" sz="1100">
                          <a:solidFill>
                            <a:srgbClr val="085041"/>
                          </a:solidFill>
                        </a:rPr>
                        <a:t>Boredom</a:t>
                      </a:r>
                      <a:endParaRPr sz="1100">
                        <a:solidFill>
                          <a:srgbClr val="085041"/>
                        </a:solidFill>
                      </a:endParaRPr>
                    </a:p>
                    <a:p>
                      <a:pPr indent="0" lvl="0" marL="0" rtl="0" algn="l">
                        <a:spcBef>
                          <a:spcPts val="0"/>
                        </a:spcBef>
                        <a:spcAft>
                          <a:spcPts val="0"/>
                        </a:spcAft>
                        <a:buNone/>
                      </a:pPr>
                      <a:r>
                        <a:rPr lang="en-US" sz="1100"/>
                        <a:t>Low C1 (low overall energy). Near-zero delta (flat, slow formant movement). Long vowel duration. Low F0 with near-zero slope. Monotone spectral envelope.</a:t>
                      </a:r>
                      <a:endParaRPr sz="1100"/>
                    </a:p>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US" sz="1100">
                          <a:solidFill>
                            <a:srgbClr val="A32D2D"/>
                          </a:solidFill>
                        </a:rPr>
                        <a:t>Disgust</a:t>
                      </a:r>
                      <a:endParaRPr sz="1100">
                        <a:solidFill>
                          <a:srgbClr val="A32D2D"/>
                        </a:solidFill>
                      </a:endParaRPr>
                    </a:p>
                    <a:p>
                      <a:pPr indent="0" lvl="0" marL="0" rtl="0" algn="l">
                        <a:spcBef>
                          <a:spcPts val="0"/>
                        </a:spcBef>
                        <a:spcAft>
                          <a:spcPts val="0"/>
                        </a:spcAft>
                        <a:buNone/>
                      </a:pPr>
                      <a:r>
                        <a:rPr lang="en-US" sz="1100"/>
                        <a:t>Mid C1–C6 with irregular pattern. High C11–C16 (non-modal voice quality — creaky/pressed). Irregular delta pattern. Distinct pause-before-emphasis rhythm.</a:t>
                      </a:r>
                      <a:endParaRPr sz="1100"/>
                    </a:p>
                    <a:p>
                      <a:pPr indent="0" lvl="0" marL="0" rtl="0" algn="l">
                        <a:spcBef>
                          <a:spcPts val="0"/>
                        </a:spcBef>
                        <a:spcAft>
                          <a:spcPts val="0"/>
                        </a:spcAft>
                        <a:buNone/>
                      </a:pPr>
                      <a:r>
                        <a:t/>
                      </a:r>
                      <a:endParaRPr/>
                    </a:p>
                  </a:txBody>
                  <a:tcPr marT="91425" marB="91425" marR="91425" marL="91425"/>
                </a:tc>
              </a:tr>
              <a:tr h="734350">
                <a:tc>
                  <a:txBody>
                    <a:bodyPr/>
                    <a:lstStyle/>
                    <a:p>
                      <a:pPr indent="0" lvl="0" marL="0" rtl="0" algn="l">
                        <a:spcBef>
                          <a:spcPts val="0"/>
                        </a:spcBef>
                        <a:spcAft>
                          <a:spcPts val="0"/>
                        </a:spcAft>
                        <a:buNone/>
                      </a:pPr>
                      <a:r>
                        <a:rPr lang="en-US" sz="1100">
                          <a:solidFill>
                            <a:srgbClr val="72243E"/>
                          </a:solidFill>
                        </a:rPr>
                        <a:t>Fear</a:t>
                      </a:r>
                      <a:endParaRPr sz="1100">
                        <a:solidFill>
                          <a:srgbClr val="72243E"/>
                        </a:solidFill>
                      </a:endParaRPr>
                    </a:p>
                    <a:p>
                      <a:pPr indent="0" lvl="0" marL="0" rtl="0" algn="l">
                        <a:spcBef>
                          <a:spcPts val="0"/>
                        </a:spcBef>
                        <a:spcAft>
                          <a:spcPts val="0"/>
                        </a:spcAft>
                        <a:buNone/>
                      </a:pPr>
                      <a:r>
                        <a:rPr lang="en-US" sz="1100"/>
                        <a:t>High C1–C4 (energy). Very high delta-delta (abrupt formant acceleration). High F0 std (jittery pitch). Breathy quality raises C11–C16. Rapid speech rate.</a:t>
                      </a:r>
                      <a:endParaRPr sz="1100"/>
                    </a:p>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US" sz="1100">
                          <a:solidFill>
                            <a:srgbClr val="633806"/>
                          </a:solidFill>
                        </a:rPr>
                        <a:t>Happy</a:t>
                      </a:r>
                      <a:endParaRPr sz="1100">
                        <a:solidFill>
                          <a:srgbClr val="633806"/>
                        </a:solidFill>
                      </a:endParaRPr>
                    </a:p>
                    <a:p>
                      <a:pPr indent="0" lvl="0" marL="0" rtl="0" algn="l">
                        <a:spcBef>
                          <a:spcPts val="0"/>
                        </a:spcBef>
                        <a:spcAft>
                          <a:spcPts val="0"/>
                        </a:spcAft>
                        <a:buNone/>
                      </a:pPr>
                      <a:r>
                        <a:rPr lang="en-US" sz="1100"/>
                        <a:t>High C1–C4. Rising delta-C5–C10 (rising F1/F2 — mouth opening on stressed vowels). High F0 slope. High C1 std (variable energy — bouncy rhythm). Wide spectral spread.</a:t>
                      </a:r>
                      <a:endParaRPr sz="1100"/>
                    </a:p>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US" sz="1100">
                          <a:solidFill>
                            <a:srgbClr val="0C447C"/>
                          </a:solidFill>
                        </a:rPr>
                        <a:t>Sad</a:t>
                      </a:r>
                      <a:endParaRPr sz="1100">
                        <a:solidFill>
                          <a:srgbClr val="0C447C"/>
                        </a:solidFill>
                      </a:endParaRPr>
                    </a:p>
                    <a:p>
                      <a:pPr indent="0" lvl="0" marL="0" rtl="0" algn="l">
                        <a:spcBef>
                          <a:spcPts val="0"/>
                        </a:spcBef>
                        <a:spcAft>
                          <a:spcPts val="0"/>
                        </a:spcAft>
                        <a:buNone/>
                      </a:pPr>
                      <a:r>
                        <a:rPr lang="en-US" sz="1100"/>
                        <a:t>Low C1 (soft speech). Falling delta-C1–C4 (energy decays within vowels). Negative F0 slope (falling pitch). Long vowel duration. Narrow, compressed spectral envelope</a:t>
                      </a:r>
                      <a:endParaRPr sz="1100"/>
                    </a:p>
                    <a:p>
                      <a:pPr indent="0" lvl="0" marL="0" rtl="0" algn="l">
                        <a:spcBef>
                          <a:spcPts val="0"/>
                        </a:spcBef>
                        <a:spcAft>
                          <a:spcPts val="0"/>
                        </a:spcAft>
                        <a:buNone/>
                      </a:pPr>
                      <a:r>
                        <a:t/>
                      </a:r>
                      <a:endParaRPr/>
                    </a:p>
                  </a:txBody>
                  <a:tcPr marT="91425" marB="91425" marR="91425" marL="91425"/>
                </a:tc>
              </a:tr>
            </a:tbl>
          </a:graphicData>
        </a:graphic>
      </p:graphicFrame>
      <p:sp>
        <p:nvSpPr>
          <p:cNvPr id="214" name="Google Shape;214;p43"/>
          <p:cNvSpPr txBox="1"/>
          <p:nvPr/>
        </p:nvSpPr>
        <p:spPr>
          <a:xfrm>
            <a:off x="480550" y="4084600"/>
            <a:ext cx="7762500" cy="72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100"/>
              <a:t>Neutral</a:t>
            </a:r>
            <a:endParaRPr sz="1100"/>
          </a:p>
          <a:p>
            <a:pPr indent="0" lvl="0" marL="0" rtl="0" algn="l">
              <a:spcBef>
                <a:spcPts val="0"/>
              </a:spcBef>
              <a:spcAft>
                <a:spcPts val="0"/>
              </a:spcAft>
              <a:buNone/>
            </a:pPr>
            <a:r>
              <a:rPr lang="en-US" sz="1100"/>
              <a:t>Mid-range values across all coefficients. Near-zero delta and delta-delta (controlled, even articulation). Stable F0 with low std. Serves as the reference class  all other emotions deviate from neutral in specific MFCC dimensions</a:t>
            </a:r>
            <a:r>
              <a:rPr lang="en-US" sz="900"/>
              <a:t>.</a:t>
            </a:r>
            <a:endParaRPr sz="9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44"/>
          <p:cNvSpPr txBox="1"/>
          <p:nvPr>
            <p:ph type="title"/>
          </p:nvPr>
        </p:nvSpPr>
        <p:spPr>
          <a:xfrm>
            <a:off x="714255" y="447850"/>
            <a:ext cx="6854400" cy="571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100000"/>
              <a:buFont typeface="Playfair Display Medium"/>
              <a:buNone/>
            </a:pPr>
            <a:r>
              <a:rPr lang="en-US" sz="2800">
                <a:solidFill>
                  <a:schemeClr val="dk1"/>
                </a:solidFill>
                <a:latin typeface="Playfair Display Medium"/>
                <a:ea typeface="Playfair Display Medium"/>
                <a:cs typeface="Playfair Display Medium"/>
                <a:sym typeface="Playfair Display Medium"/>
              </a:rPr>
              <a:t>Vowel Region Detection: </a:t>
            </a:r>
            <a:r>
              <a:rPr lang="en-US" sz="2578">
                <a:solidFill>
                  <a:schemeClr val="dk1"/>
                </a:solidFill>
                <a:latin typeface="Playfair Display Medium"/>
                <a:ea typeface="Playfair Display Medium"/>
                <a:cs typeface="Playfair Display Medium"/>
                <a:sym typeface="Playfair Display Medium"/>
              </a:rPr>
              <a:t>using ZCR and RMS </a:t>
            </a:r>
            <a:r>
              <a:rPr lang="en-US" sz="2800">
                <a:solidFill>
                  <a:schemeClr val="dk1"/>
                </a:solidFill>
                <a:latin typeface="Playfair Display Medium"/>
                <a:ea typeface="Playfair Display Medium"/>
                <a:cs typeface="Playfair Display Medium"/>
                <a:sym typeface="Playfair Display Medium"/>
              </a:rPr>
              <a:t> </a:t>
            </a:r>
            <a:endParaRPr b="0" sz="2800" u="none" strike="noStrike">
              <a:solidFill>
                <a:schemeClr val="dk1"/>
              </a:solidFill>
              <a:latin typeface="Arial"/>
              <a:ea typeface="Arial"/>
              <a:cs typeface="Arial"/>
              <a:sym typeface="Arial"/>
            </a:endParaRPr>
          </a:p>
        </p:txBody>
      </p:sp>
      <p:sp>
        <p:nvSpPr>
          <p:cNvPr id="220" name="Google Shape;220;p44"/>
          <p:cNvSpPr/>
          <p:nvPr/>
        </p:nvSpPr>
        <p:spPr>
          <a:xfrm>
            <a:off x="6534000" y="3914640"/>
            <a:ext cx="1895100" cy="437700"/>
          </a:xfrm>
          <a:prstGeom prst="rect">
            <a:avLst/>
          </a:prstGeom>
          <a:noFill/>
          <a:ln>
            <a:noFill/>
          </a:ln>
        </p:spPr>
        <p:txBody>
          <a:bodyPr anchorCtr="0" anchor="t" bIns="218875" lIns="870823075" spcFirstLastPara="1" rIns="870823075" wrap="square" tIns="218875">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21" name="Google Shape;221;p44"/>
          <p:cNvSpPr/>
          <p:nvPr/>
        </p:nvSpPr>
        <p:spPr>
          <a:xfrm>
            <a:off x="4619520" y="4324320"/>
            <a:ext cx="3809400" cy="294900"/>
          </a:xfrm>
          <a:prstGeom prst="rect">
            <a:avLst/>
          </a:prstGeom>
          <a:noFill/>
          <a:ln>
            <a:noFill/>
          </a:ln>
        </p:spPr>
        <p:txBody>
          <a:bodyPr anchorCtr="0" anchor="t" bIns="147600" lIns="870823075" spcFirstLastPara="1" rIns="870823075" wrap="square" tIns="1476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22" name="Google Shape;222;p44"/>
          <p:cNvSpPr/>
          <p:nvPr/>
        </p:nvSpPr>
        <p:spPr>
          <a:xfrm>
            <a:off x="4657680" y="838080"/>
            <a:ext cx="3771600" cy="266400"/>
          </a:xfrm>
          <a:prstGeom prst="rect">
            <a:avLst/>
          </a:prstGeom>
          <a:noFill/>
          <a:ln>
            <a:noFill/>
          </a:ln>
        </p:spPr>
        <p:txBody>
          <a:bodyPr anchorCtr="0" anchor="t" bIns="133200" lIns="870823075" spcFirstLastPara="1" rIns="870823075" wrap="square" tIns="1332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23" name="Google Shape;223;p44"/>
          <p:cNvSpPr/>
          <p:nvPr/>
        </p:nvSpPr>
        <p:spPr>
          <a:xfrm>
            <a:off x="4657680" y="1143000"/>
            <a:ext cx="3771600" cy="266400"/>
          </a:xfrm>
          <a:prstGeom prst="rect">
            <a:avLst/>
          </a:prstGeom>
          <a:noFill/>
          <a:ln>
            <a:noFill/>
          </a:ln>
        </p:spPr>
        <p:txBody>
          <a:bodyPr anchorCtr="0" anchor="t" bIns="133200" lIns="870823075" spcFirstLastPara="1" rIns="870823075" wrap="square" tIns="1332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grpSp>
        <p:nvGrpSpPr>
          <p:cNvPr id="224" name="Google Shape;224;p44"/>
          <p:cNvGrpSpPr/>
          <p:nvPr/>
        </p:nvGrpSpPr>
        <p:grpSpPr>
          <a:xfrm>
            <a:off x="714270" y="1095405"/>
            <a:ext cx="7315906" cy="3120586"/>
            <a:chOff x="714240" y="1095375"/>
            <a:chExt cx="7458360" cy="3181350"/>
          </a:xfrm>
        </p:grpSpPr>
        <p:grpSp>
          <p:nvGrpSpPr>
            <p:cNvPr id="225" name="Google Shape;225;p44"/>
            <p:cNvGrpSpPr/>
            <p:nvPr/>
          </p:nvGrpSpPr>
          <p:grpSpPr>
            <a:xfrm>
              <a:off x="714240" y="1095375"/>
              <a:ext cx="7458360" cy="228600"/>
              <a:chOff x="714240" y="1095375"/>
              <a:chExt cx="7458360" cy="228600"/>
            </a:xfrm>
          </p:grpSpPr>
          <p:sp>
            <p:nvSpPr>
              <p:cNvPr id="226" name="Google Shape;226;p44"/>
              <p:cNvSpPr/>
              <p:nvPr/>
            </p:nvSpPr>
            <p:spPr>
              <a:xfrm>
                <a:off x="714240" y="1095375"/>
                <a:ext cx="228600" cy="228600"/>
              </a:xfrm>
              <a:prstGeom prst="roundRect">
                <a:avLst>
                  <a:gd fmla="val 16666" name="adj"/>
                </a:avLst>
              </a:prstGeom>
              <a:solidFill>
                <a:srgbClr val="0C447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7" name="Google Shape;227;p44"/>
              <p:cNvSpPr txBox="1"/>
              <p:nvPr/>
            </p:nvSpPr>
            <p:spPr>
              <a:xfrm>
                <a:off x="714240" y="1095375"/>
                <a:ext cx="2286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81">
                    <a:solidFill>
                      <a:srgbClr val="FFFFFF"/>
                    </a:solidFill>
                    <a:latin typeface="DM Sans"/>
                    <a:ea typeface="DM Sans"/>
                    <a:cs typeface="DM Sans"/>
                    <a:sym typeface="DM Sans"/>
                  </a:rPr>
                  <a:t>1</a:t>
                </a:r>
                <a:endParaRPr b="1" sz="981">
                  <a:solidFill>
                    <a:srgbClr val="FFFFFF"/>
                  </a:solidFill>
                  <a:latin typeface="DM Sans"/>
                  <a:ea typeface="DM Sans"/>
                  <a:cs typeface="DM Sans"/>
                  <a:sym typeface="DM Sans"/>
                </a:endParaRPr>
              </a:p>
            </p:txBody>
          </p:sp>
          <p:sp>
            <p:nvSpPr>
              <p:cNvPr id="228" name="Google Shape;228;p44"/>
              <p:cNvSpPr txBox="1"/>
              <p:nvPr/>
            </p:nvSpPr>
            <p:spPr>
              <a:xfrm>
                <a:off x="1028700" y="1095375"/>
                <a:ext cx="71439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079">
                    <a:solidFill>
                      <a:srgbClr val="333333"/>
                    </a:solidFill>
                    <a:latin typeface="DM Sans Medium"/>
                    <a:ea typeface="DM Sans Medium"/>
                    <a:cs typeface="DM Sans Medium"/>
                    <a:sym typeface="DM Sans Medium"/>
                  </a:rPr>
                  <a:t>Normalize the raw speech signal to [0, 1] amplitude range</a:t>
                </a:r>
                <a:endParaRPr b="0" sz="1079">
                  <a:solidFill>
                    <a:srgbClr val="333333"/>
                  </a:solidFill>
                  <a:latin typeface="DM Sans Medium"/>
                  <a:ea typeface="DM Sans Medium"/>
                  <a:cs typeface="DM Sans Medium"/>
                  <a:sym typeface="DM Sans Medium"/>
                </a:endParaRPr>
              </a:p>
            </p:txBody>
          </p:sp>
        </p:grpSp>
        <p:grpSp>
          <p:nvGrpSpPr>
            <p:cNvPr id="229" name="Google Shape;229;p44"/>
            <p:cNvGrpSpPr/>
            <p:nvPr/>
          </p:nvGrpSpPr>
          <p:grpSpPr>
            <a:xfrm>
              <a:off x="714240" y="1428750"/>
              <a:ext cx="7458360" cy="428700"/>
              <a:chOff x="714240" y="1428750"/>
              <a:chExt cx="7458360" cy="428700"/>
            </a:xfrm>
          </p:grpSpPr>
          <p:sp>
            <p:nvSpPr>
              <p:cNvPr id="230" name="Google Shape;230;p44"/>
              <p:cNvSpPr/>
              <p:nvPr/>
            </p:nvSpPr>
            <p:spPr>
              <a:xfrm>
                <a:off x="714240" y="1428750"/>
                <a:ext cx="228600" cy="228600"/>
              </a:xfrm>
              <a:prstGeom prst="roundRect">
                <a:avLst>
                  <a:gd fmla="val 16666" name="adj"/>
                </a:avLst>
              </a:prstGeom>
              <a:solidFill>
                <a:srgbClr val="0C447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1" name="Google Shape;231;p44"/>
              <p:cNvSpPr txBox="1"/>
              <p:nvPr/>
            </p:nvSpPr>
            <p:spPr>
              <a:xfrm>
                <a:off x="714240" y="1428750"/>
                <a:ext cx="2286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81">
                    <a:solidFill>
                      <a:srgbClr val="FFFFFF"/>
                    </a:solidFill>
                    <a:latin typeface="DM Sans"/>
                    <a:ea typeface="DM Sans"/>
                    <a:cs typeface="DM Sans"/>
                    <a:sym typeface="DM Sans"/>
                  </a:rPr>
                  <a:t>2</a:t>
                </a:r>
                <a:endParaRPr b="1" sz="981">
                  <a:solidFill>
                    <a:srgbClr val="FFFFFF"/>
                  </a:solidFill>
                  <a:latin typeface="DM Sans"/>
                  <a:ea typeface="DM Sans"/>
                  <a:cs typeface="DM Sans"/>
                  <a:sym typeface="DM Sans"/>
                </a:endParaRPr>
              </a:p>
            </p:txBody>
          </p:sp>
          <p:sp>
            <p:nvSpPr>
              <p:cNvPr id="232" name="Google Shape;232;p44"/>
              <p:cNvSpPr txBox="1"/>
              <p:nvPr/>
            </p:nvSpPr>
            <p:spPr>
              <a:xfrm>
                <a:off x="1028700" y="1428750"/>
                <a:ext cx="71439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79">
                    <a:solidFill>
                      <a:srgbClr val="333333"/>
                    </a:solidFill>
                    <a:latin typeface="DM Sans Medium"/>
                    <a:ea typeface="DM Sans Medium"/>
                    <a:cs typeface="DM Sans Medium"/>
                    <a:sym typeface="DM Sans Medium"/>
                  </a:rPr>
                  <a:t>Compute frame-level RMS energy</a:t>
                </a:r>
                <a:endParaRPr b="0" sz="1079">
                  <a:solidFill>
                    <a:srgbClr val="333333"/>
                  </a:solidFill>
                  <a:latin typeface="DM Sans Medium"/>
                  <a:ea typeface="DM Sans Medium"/>
                  <a:cs typeface="DM Sans Medium"/>
                  <a:sym typeface="DM Sans Medium"/>
                </a:endParaRPr>
              </a:p>
              <a:p>
                <a:pPr indent="0" lvl="0" marL="0" rtl="0" algn="l">
                  <a:spcBef>
                    <a:spcPts val="147"/>
                  </a:spcBef>
                  <a:spcAft>
                    <a:spcPts val="0"/>
                  </a:spcAft>
                  <a:buNone/>
                </a:pPr>
                <a:r>
                  <a:rPr lang="en-US" sz="981">
                    <a:solidFill>
                      <a:srgbClr val="666666"/>
                    </a:solidFill>
                    <a:latin typeface="DM Sans"/>
                    <a:ea typeface="DM Sans"/>
                    <a:cs typeface="DM Sans"/>
                    <a:sym typeface="DM Sans"/>
                  </a:rPr>
                  <a:t>Frame = 512 samples, hop = 128 samples. RMS measures loudness per frame.</a:t>
                </a:r>
                <a:endParaRPr sz="981">
                  <a:solidFill>
                    <a:srgbClr val="666666"/>
                  </a:solidFill>
                  <a:latin typeface="DM Sans"/>
                  <a:ea typeface="DM Sans"/>
                  <a:cs typeface="DM Sans"/>
                  <a:sym typeface="DM Sans"/>
                </a:endParaRPr>
              </a:p>
            </p:txBody>
          </p:sp>
        </p:grpSp>
        <p:grpSp>
          <p:nvGrpSpPr>
            <p:cNvPr id="233" name="Google Shape;233;p44"/>
            <p:cNvGrpSpPr/>
            <p:nvPr/>
          </p:nvGrpSpPr>
          <p:grpSpPr>
            <a:xfrm>
              <a:off x="714240" y="1952625"/>
              <a:ext cx="7458360" cy="428700"/>
              <a:chOff x="714240" y="1952625"/>
              <a:chExt cx="7458360" cy="428700"/>
            </a:xfrm>
          </p:grpSpPr>
          <p:sp>
            <p:nvSpPr>
              <p:cNvPr id="234" name="Google Shape;234;p44"/>
              <p:cNvSpPr/>
              <p:nvPr/>
            </p:nvSpPr>
            <p:spPr>
              <a:xfrm>
                <a:off x="714240" y="1952625"/>
                <a:ext cx="228600" cy="228600"/>
              </a:xfrm>
              <a:prstGeom prst="roundRect">
                <a:avLst>
                  <a:gd fmla="val 16666" name="adj"/>
                </a:avLst>
              </a:prstGeom>
              <a:solidFill>
                <a:srgbClr val="0C447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5" name="Google Shape;235;p44"/>
              <p:cNvSpPr txBox="1"/>
              <p:nvPr/>
            </p:nvSpPr>
            <p:spPr>
              <a:xfrm>
                <a:off x="714240" y="1952625"/>
                <a:ext cx="2286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81">
                    <a:solidFill>
                      <a:srgbClr val="FFFFFF"/>
                    </a:solidFill>
                    <a:latin typeface="DM Sans"/>
                    <a:ea typeface="DM Sans"/>
                    <a:cs typeface="DM Sans"/>
                    <a:sym typeface="DM Sans"/>
                  </a:rPr>
                  <a:t>3</a:t>
                </a:r>
                <a:endParaRPr b="1" sz="981">
                  <a:solidFill>
                    <a:srgbClr val="FFFFFF"/>
                  </a:solidFill>
                  <a:latin typeface="DM Sans"/>
                  <a:ea typeface="DM Sans"/>
                  <a:cs typeface="DM Sans"/>
                  <a:sym typeface="DM Sans"/>
                </a:endParaRPr>
              </a:p>
            </p:txBody>
          </p:sp>
          <p:sp>
            <p:nvSpPr>
              <p:cNvPr id="236" name="Google Shape;236;p44"/>
              <p:cNvSpPr txBox="1"/>
              <p:nvPr/>
            </p:nvSpPr>
            <p:spPr>
              <a:xfrm>
                <a:off x="1028700" y="1952625"/>
                <a:ext cx="71439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79">
                    <a:solidFill>
                      <a:srgbClr val="333333"/>
                    </a:solidFill>
                    <a:latin typeface="DM Sans Medium"/>
                    <a:ea typeface="DM Sans Medium"/>
                    <a:cs typeface="DM Sans Medium"/>
                    <a:sym typeface="DM Sans Medium"/>
                  </a:rPr>
                  <a:t>Compute frame-level Zero-Crossing Rate (ZCR)</a:t>
                </a:r>
                <a:endParaRPr b="0" sz="1079">
                  <a:solidFill>
                    <a:srgbClr val="333333"/>
                  </a:solidFill>
                  <a:latin typeface="DM Sans Medium"/>
                  <a:ea typeface="DM Sans Medium"/>
                  <a:cs typeface="DM Sans Medium"/>
                  <a:sym typeface="DM Sans Medium"/>
                </a:endParaRPr>
              </a:p>
              <a:p>
                <a:pPr indent="0" lvl="0" marL="0" rtl="0" algn="l">
                  <a:spcBef>
                    <a:spcPts val="147"/>
                  </a:spcBef>
                  <a:spcAft>
                    <a:spcPts val="0"/>
                  </a:spcAft>
                  <a:buNone/>
                </a:pPr>
                <a:r>
                  <a:rPr lang="en-US" sz="981">
                    <a:solidFill>
                      <a:srgbClr val="666666"/>
                    </a:solidFill>
                    <a:latin typeface="DM Sans"/>
                    <a:ea typeface="DM Sans"/>
                    <a:cs typeface="DM Sans"/>
                    <a:sym typeface="DM Sans"/>
                  </a:rPr>
                  <a:t>Counts zero crossings. Vowels (low ZCR) vs. Fricatives (high ZCR).</a:t>
                </a:r>
                <a:endParaRPr sz="981">
                  <a:solidFill>
                    <a:srgbClr val="666666"/>
                  </a:solidFill>
                  <a:latin typeface="DM Sans"/>
                  <a:ea typeface="DM Sans"/>
                  <a:cs typeface="DM Sans"/>
                  <a:sym typeface="DM Sans"/>
                </a:endParaRPr>
              </a:p>
            </p:txBody>
          </p:sp>
        </p:grpSp>
        <p:grpSp>
          <p:nvGrpSpPr>
            <p:cNvPr id="237" name="Google Shape;237;p44"/>
            <p:cNvGrpSpPr/>
            <p:nvPr/>
          </p:nvGrpSpPr>
          <p:grpSpPr>
            <a:xfrm>
              <a:off x="714240" y="2476500"/>
              <a:ext cx="7458360" cy="428700"/>
              <a:chOff x="714240" y="2476500"/>
              <a:chExt cx="7458360" cy="428700"/>
            </a:xfrm>
          </p:grpSpPr>
          <p:sp>
            <p:nvSpPr>
              <p:cNvPr id="238" name="Google Shape;238;p44"/>
              <p:cNvSpPr/>
              <p:nvPr/>
            </p:nvSpPr>
            <p:spPr>
              <a:xfrm>
                <a:off x="714240" y="2476500"/>
                <a:ext cx="228600" cy="228600"/>
              </a:xfrm>
              <a:prstGeom prst="roundRect">
                <a:avLst>
                  <a:gd fmla="val 16666" name="adj"/>
                </a:avLst>
              </a:prstGeom>
              <a:solidFill>
                <a:srgbClr val="0C447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9" name="Google Shape;239;p44"/>
              <p:cNvSpPr txBox="1"/>
              <p:nvPr/>
            </p:nvSpPr>
            <p:spPr>
              <a:xfrm>
                <a:off x="714240" y="2476500"/>
                <a:ext cx="2286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81">
                    <a:solidFill>
                      <a:srgbClr val="FFFFFF"/>
                    </a:solidFill>
                    <a:latin typeface="DM Sans"/>
                    <a:ea typeface="DM Sans"/>
                    <a:cs typeface="DM Sans"/>
                    <a:sym typeface="DM Sans"/>
                  </a:rPr>
                  <a:t>4</a:t>
                </a:r>
                <a:endParaRPr b="1" sz="981">
                  <a:solidFill>
                    <a:srgbClr val="FFFFFF"/>
                  </a:solidFill>
                  <a:latin typeface="DM Sans"/>
                  <a:ea typeface="DM Sans"/>
                  <a:cs typeface="DM Sans"/>
                  <a:sym typeface="DM Sans"/>
                </a:endParaRPr>
              </a:p>
            </p:txBody>
          </p:sp>
          <p:sp>
            <p:nvSpPr>
              <p:cNvPr id="240" name="Google Shape;240;p44"/>
              <p:cNvSpPr txBox="1"/>
              <p:nvPr/>
            </p:nvSpPr>
            <p:spPr>
              <a:xfrm>
                <a:off x="1028700" y="2476500"/>
                <a:ext cx="71439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79">
                    <a:solidFill>
                      <a:srgbClr val="333333"/>
                    </a:solidFill>
                    <a:latin typeface="DM Sans Medium"/>
                    <a:ea typeface="DM Sans Medium"/>
                    <a:cs typeface="DM Sans Medium"/>
                    <a:sym typeface="DM Sans Medium"/>
                  </a:rPr>
                  <a:t>Compute frame-level spectral flatness (Wiener entropy)</a:t>
                </a:r>
                <a:endParaRPr b="0" sz="1079">
                  <a:solidFill>
                    <a:srgbClr val="333333"/>
                  </a:solidFill>
                  <a:latin typeface="DM Sans Medium"/>
                  <a:ea typeface="DM Sans Medium"/>
                  <a:cs typeface="DM Sans Medium"/>
                  <a:sym typeface="DM Sans Medium"/>
                </a:endParaRPr>
              </a:p>
              <a:p>
                <a:pPr indent="0" lvl="0" marL="0" rtl="0" algn="l">
                  <a:spcBef>
                    <a:spcPts val="147"/>
                  </a:spcBef>
                  <a:spcAft>
                    <a:spcPts val="0"/>
                  </a:spcAft>
                  <a:buNone/>
                </a:pPr>
                <a:r>
                  <a:rPr lang="en-US" sz="981">
                    <a:solidFill>
                      <a:srgbClr val="666666"/>
                    </a:solidFill>
                    <a:latin typeface="DM Sans"/>
                    <a:ea typeface="DM Sans"/>
                    <a:cs typeface="DM Sans"/>
                    <a:sym typeface="DM Sans"/>
                  </a:rPr>
                  <a:t>Ratio of geometric to arithmetic mean. Vowel (near 0) vs. Fricative (near 1).</a:t>
                </a:r>
                <a:endParaRPr sz="981">
                  <a:solidFill>
                    <a:srgbClr val="666666"/>
                  </a:solidFill>
                  <a:latin typeface="DM Sans"/>
                  <a:ea typeface="DM Sans"/>
                  <a:cs typeface="DM Sans"/>
                  <a:sym typeface="DM Sans"/>
                </a:endParaRPr>
              </a:p>
            </p:txBody>
          </p:sp>
        </p:grpSp>
        <p:grpSp>
          <p:nvGrpSpPr>
            <p:cNvPr id="241" name="Google Shape;241;p44"/>
            <p:cNvGrpSpPr/>
            <p:nvPr/>
          </p:nvGrpSpPr>
          <p:grpSpPr>
            <a:xfrm>
              <a:off x="714240" y="3000375"/>
              <a:ext cx="7458360" cy="428700"/>
              <a:chOff x="714240" y="3000375"/>
              <a:chExt cx="7458360" cy="428700"/>
            </a:xfrm>
          </p:grpSpPr>
          <p:sp>
            <p:nvSpPr>
              <p:cNvPr id="242" name="Google Shape;242;p44"/>
              <p:cNvSpPr/>
              <p:nvPr/>
            </p:nvSpPr>
            <p:spPr>
              <a:xfrm>
                <a:off x="714240" y="3000375"/>
                <a:ext cx="228600" cy="228600"/>
              </a:xfrm>
              <a:prstGeom prst="roundRect">
                <a:avLst>
                  <a:gd fmla="val 16666" name="adj"/>
                </a:avLst>
              </a:prstGeom>
              <a:solidFill>
                <a:srgbClr val="0C447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3" name="Google Shape;243;p44"/>
              <p:cNvSpPr txBox="1"/>
              <p:nvPr/>
            </p:nvSpPr>
            <p:spPr>
              <a:xfrm>
                <a:off x="714240" y="3000375"/>
                <a:ext cx="2286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81">
                    <a:solidFill>
                      <a:srgbClr val="FFFFFF"/>
                    </a:solidFill>
                    <a:latin typeface="DM Sans"/>
                    <a:ea typeface="DM Sans"/>
                    <a:cs typeface="DM Sans"/>
                    <a:sym typeface="DM Sans"/>
                  </a:rPr>
                  <a:t>5</a:t>
                </a:r>
                <a:endParaRPr b="1" sz="981">
                  <a:solidFill>
                    <a:srgbClr val="FFFFFF"/>
                  </a:solidFill>
                  <a:latin typeface="DM Sans"/>
                  <a:ea typeface="DM Sans"/>
                  <a:cs typeface="DM Sans"/>
                  <a:sym typeface="DM Sans"/>
                </a:endParaRPr>
              </a:p>
            </p:txBody>
          </p:sp>
          <p:sp>
            <p:nvSpPr>
              <p:cNvPr id="244" name="Google Shape;244;p44"/>
              <p:cNvSpPr txBox="1"/>
              <p:nvPr/>
            </p:nvSpPr>
            <p:spPr>
              <a:xfrm>
                <a:off x="1028700" y="3000375"/>
                <a:ext cx="71439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79">
                    <a:solidFill>
                      <a:srgbClr val="333333"/>
                    </a:solidFill>
                    <a:latin typeface="DM Sans Medium"/>
                    <a:ea typeface="DM Sans Medium"/>
                    <a:cs typeface="DM Sans Medium"/>
                    <a:sym typeface="DM Sans Medium"/>
                  </a:rPr>
                  <a:t>Apply three-way decision mask</a:t>
                </a:r>
                <a:endParaRPr b="0" sz="1079">
                  <a:solidFill>
                    <a:srgbClr val="333333"/>
                  </a:solidFill>
                  <a:latin typeface="DM Sans Medium"/>
                  <a:ea typeface="DM Sans Medium"/>
                  <a:cs typeface="DM Sans Medium"/>
                  <a:sym typeface="DM Sans Medium"/>
                </a:endParaRPr>
              </a:p>
              <a:p>
                <a:pPr indent="0" lvl="0" marL="0" rtl="0" algn="l">
                  <a:spcBef>
                    <a:spcPts val="147"/>
                  </a:spcBef>
                  <a:spcAft>
                    <a:spcPts val="0"/>
                  </a:spcAft>
                  <a:buNone/>
                </a:pPr>
                <a:r>
                  <a:rPr lang="en-US" sz="981">
                    <a:solidFill>
                      <a:srgbClr val="666666"/>
                    </a:solidFill>
                    <a:latin typeface="DM Sans"/>
                    <a:ea typeface="DM Sans"/>
                    <a:cs typeface="DM Sans"/>
                    <a:sym typeface="DM Sans"/>
                  </a:rPr>
                  <a:t>Vowel if: RMS &gt; threshold AND ZCR &lt; 0.15 AND flatness &lt; 0.3.</a:t>
                </a:r>
                <a:endParaRPr sz="981">
                  <a:solidFill>
                    <a:srgbClr val="666666"/>
                  </a:solidFill>
                  <a:latin typeface="DM Sans"/>
                  <a:ea typeface="DM Sans"/>
                  <a:cs typeface="DM Sans"/>
                  <a:sym typeface="DM Sans"/>
                </a:endParaRPr>
              </a:p>
            </p:txBody>
          </p:sp>
        </p:grpSp>
        <p:grpSp>
          <p:nvGrpSpPr>
            <p:cNvPr id="245" name="Google Shape;245;p44"/>
            <p:cNvGrpSpPr/>
            <p:nvPr/>
          </p:nvGrpSpPr>
          <p:grpSpPr>
            <a:xfrm>
              <a:off x="714240" y="3524250"/>
              <a:ext cx="7458360" cy="428700"/>
              <a:chOff x="714240" y="3524250"/>
              <a:chExt cx="7458360" cy="428700"/>
            </a:xfrm>
          </p:grpSpPr>
          <p:sp>
            <p:nvSpPr>
              <p:cNvPr id="246" name="Google Shape;246;p44"/>
              <p:cNvSpPr/>
              <p:nvPr/>
            </p:nvSpPr>
            <p:spPr>
              <a:xfrm>
                <a:off x="714240" y="3524250"/>
                <a:ext cx="228600" cy="228600"/>
              </a:xfrm>
              <a:prstGeom prst="roundRect">
                <a:avLst>
                  <a:gd fmla="val 16666" name="adj"/>
                </a:avLst>
              </a:prstGeom>
              <a:solidFill>
                <a:srgbClr val="0C447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7" name="Google Shape;247;p44"/>
              <p:cNvSpPr txBox="1"/>
              <p:nvPr/>
            </p:nvSpPr>
            <p:spPr>
              <a:xfrm>
                <a:off x="714240" y="3524250"/>
                <a:ext cx="2286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81">
                    <a:solidFill>
                      <a:srgbClr val="FFFFFF"/>
                    </a:solidFill>
                    <a:latin typeface="DM Sans"/>
                    <a:ea typeface="DM Sans"/>
                    <a:cs typeface="DM Sans"/>
                    <a:sym typeface="DM Sans"/>
                  </a:rPr>
                  <a:t>6</a:t>
                </a:r>
                <a:endParaRPr b="1" sz="981">
                  <a:solidFill>
                    <a:srgbClr val="FFFFFF"/>
                  </a:solidFill>
                  <a:latin typeface="DM Sans"/>
                  <a:ea typeface="DM Sans"/>
                  <a:cs typeface="DM Sans"/>
                  <a:sym typeface="DM Sans"/>
                </a:endParaRPr>
              </a:p>
            </p:txBody>
          </p:sp>
          <p:sp>
            <p:nvSpPr>
              <p:cNvPr id="248" name="Google Shape;248;p44"/>
              <p:cNvSpPr txBox="1"/>
              <p:nvPr/>
            </p:nvSpPr>
            <p:spPr>
              <a:xfrm>
                <a:off x="1028700" y="3524250"/>
                <a:ext cx="71439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79">
                    <a:solidFill>
                      <a:srgbClr val="333333"/>
                    </a:solidFill>
                    <a:latin typeface="DM Sans Medium"/>
                    <a:ea typeface="DM Sans Medium"/>
                    <a:cs typeface="DM Sans Medium"/>
                    <a:sym typeface="DM Sans Medium"/>
                  </a:rPr>
                  <a:t>Apply minimum duration filter and gap merging</a:t>
                </a:r>
                <a:endParaRPr b="0" sz="1079">
                  <a:solidFill>
                    <a:srgbClr val="333333"/>
                  </a:solidFill>
                  <a:latin typeface="DM Sans Medium"/>
                  <a:ea typeface="DM Sans Medium"/>
                  <a:cs typeface="DM Sans Medium"/>
                  <a:sym typeface="DM Sans Medium"/>
                </a:endParaRPr>
              </a:p>
              <a:p>
                <a:pPr indent="0" lvl="0" marL="0" rtl="0" algn="l">
                  <a:spcBef>
                    <a:spcPts val="147"/>
                  </a:spcBef>
                  <a:spcAft>
                    <a:spcPts val="0"/>
                  </a:spcAft>
                  <a:buNone/>
                </a:pPr>
                <a:r>
                  <a:rPr lang="en-US" sz="981">
                    <a:solidFill>
                      <a:srgbClr val="666666"/>
                    </a:solidFill>
                    <a:latin typeface="DM Sans"/>
                    <a:ea typeface="DM Sans"/>
                    <a:cs typeface="DM Sans"/>
                    <a:sym typeface="DM Sans"/>
                  </a:rPr>
                  <a:t>Drop &lt; 50 ms. Merge &lt; 30 ms (handles German glottal stops).</a:t>
                </a:r>
                <a:endParaRPr sz="981">
                  <a:solidFill>
                    <a:srgbClr val="666666"/>
                  </a:solidFill>
                  <a:latin typeface="DM Sans"/>
                  <a:ea typeface="DM Sans"/>
                  <a:cs typeface="DM Sans"/>
                  <a:sym typeface="DM Sans"/>
                </a:endParaRPr>
              </a:p>
            </p:txBody>
          </p:sp>
        </p:grpSp>
        <p:grpSp>
          <p:nvGrpSpPr>
            <p:cNvPr id="249" name="Google Shape;249;p44"/>
            <p:cNvGrpSpPr/>
            <p:nvPr/>
          </p:nvGrpSpPr>
          <p:grpSpPr>
            <a:xfrm>
              <a:off x="714240" y="4048125"/>
              <a:ext cx="7458360" cy="228600"/>
              <a:chOff x="714240" y="4048125"/>
              <a:chExt cx="7458360" cy="228600"/>
            </a:xfrm>
          </p:grpSpPr>
          <p:sp>
            <p:nvSpPr>
              <p:cNvPr id="250" name="Google Shape;250;p44"/>
              <p:cNvSpPr/>
              <p:nvPr/>
            </p:nvSpPr>
            <p:spPr>
              <a:xfrm>
                <a:off x="714240" y="4048125"/>
                <a:ext cx="228600" cy="228600"/>
              </a:xfrm>
              <a:prstGeom prst="roundRect">
                <a:avLst>
                  <a:gd fmla="val 16666" name="adj"/>
                </a:avLst>
              </a:prstGeom>
              <a:solidFill>
                <a:srgbClr val="0C447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1" name="Google Shape;251;p44"/>
              <p:cNvSpPr txBox="1"/>
              <p:nvPr/>
            </p:nvSpPr>
            <p:spPr>
              <a:xfrm>
                <a:off x="714240" y="4048125"/>
                <a:ext cx="2286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81">
                    <a:solidFill>
                      <a:srgbClr val="FFFFFF"/>
                    </a:solidFill>
                    <a:latin typeface="DM Sans"/>
                    <a:ea typeface="DM Sans"/>
                    <a:cs typeface="DM Sans"/>
                    <a:sym typeface="DM Sans"/>
                  </a:rPr>
                  <a:t>7</a:t>
                </a:r>
                <a:endParaRPr b="1" sz="981">
                  <a:solidFill>
                    <a:srgbClr val="FFFFFF"/>
                  </a:solidFill>
                  <a:latin typeface="DM Sans"/>
                  <a:ea typeface="DM Sans"/>
                  <a:cs typeface="DM Sans"/>
                  <a:sym typeface="DM Sans"/>
                </a:endParaRPr>
              </a:p>
            </p:txBody>
          </p:sp>
          <p:sp>
            <p:nvSpPr>
              <p:cNvPr id="252" name="Google Shape;252;p44"/>
              <p:cNvSpPr txBox="1"/>
              <p:nvPr/>
            </p:nvSpPr>
            <p:spPr>
              <a:xfrm>
                <a:off x="1028700" y="4048125"/>
                <a:ext cx="71439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079">
                    <a:solidFill>
                      <a:srgbClr val="333333"/>
                    </a:solidFill>
                    <a:latin typeface="DM Sans Medium"/>
                    <a:ea typeface="DM Sans Medium"/>
                    <a:cs typeface="DM Sans Medium"/>
                    <a:sym typeface="DM Sans Medium"/>
                  </a:rPr>
                  <a:t>Final Vowel Region Output</a:t>
                </a:r>
                <a:endParaRPr b="0" sz="1079">
                  <a:solidFill>
                    <a:srgbClr val="333333"/>
                  </a:solidFill>
                  <a:latin typeface="DM Sans Medium"/>
                  <a:ea typeface="DM Sans Medium"/>
                  <a:cs typeface="DM Sans Medium"/>
                  <a:sym typeface="DM Sans Medium"/>
                </a:endParaRPr>
              </a:p>
            </p:txBody>
          </p:sp>
        </p:grpSp>
      </p:grpSp>
      <p:sp>
        <p:nvSpPr>
          <p:cNvPr id="253" name="Google Shape;253;p44"/>
          <p:cNvSpPr txBox="1"/>
          <p:nvPr/>
        </p:nvSpPr>
        <p:spPr>
          <a:xfrm>
            <a:off x="282472" y="4402100"/>
            <a:ext cx="8154300" cy="67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latin typeface="Playfair Display"/>
                <a:ea typeface="Playfair Display"/>
                <a:cs typeface="Playfair Display"/>
                <a:sym typeface="Playfair Display"/>
              </a:rPr>
              <a:t>Key limitation: All three signals (RMS, ZCR, flatness) operate directly on raw speech  a mixture of vocal tract resonances and glottal excitation. Voiced consonants (/m/, /n/, /l/) share the same RMS+ZCR signature as vowels and leak into detected regions.</a:t>
            </a:r>
            <a:endParaRPr sz="1200">
              <a:latin typeface="Playfair Display"/>
              <a:ea typeface="Playfair Display"/>
              <a:cs typeface="Playfair Display"/>
              <a:sym typeface="Playfair Display"/>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cxnSp>
        <p:nvCxnSpPr>
          <p:cNvPr id="258" name="Google Shape;258;p45"/>
          <p:cNvCxnSpPr/>
          <p:nvPr/>
        </p:nvCxnSpPr>
        <p:spPr>
          <a:xfrm>
            <a:off x="7160760" y="302760"/>
            <a:ext cx="2079000" cy="300"/>
          </a:xfrm>
          <a:prstGeom prst="straightConnector1">
            <a:avLst/>
          </a:prstGeom>
          <a:noFill/>
          <a:ln cap="flat" cmpd="sng" w="9525">
            <a:solidFill>
              <a:srgbClr val="333333"/>
            </a:solidFill>
            <a:prstDash val="solid"/>
            <a:round/>
            <a:headEnd len="sm" w="sm" type="none"/>
            <a:tailEnd len="sm" w="sm" type="none"/>
          </a:ln>
        </p:spPr>
      </p:cxnSp>
      <p:cxnSp>
        <p:nvCxnSpPr>
          <p:cNvPr id="259" name="Google Shape;259;p45"/>
          <p:cNvCxnSpPr/>
          <p:nvPr/>
        </p:nvCxnSpPr>
        <p:spPr>
          <a:xfrm flipH="1" rot="10800000">
            <a:off x="8768520" y="-27960"/>
            <a:ext cx="300" cy="4632000"/>
          </a:xfrm>
          <a:prstGeom prst="straightConnector1">
            <a:avLst/>
          </a:prstGeom>
          <a:noFill/>
          <a:ln cap="flat" cmpd="sng" w="9525">
            <a:solidFill>
              <a:srgbClr val="333333"/>
            </a:solidFill>
            <a:prstDash val="solid"/>
            <a:round/>
            <a:headEnd len="sm" w="sm" type="none"/>
            <a:tailEnd len="sm" w="sm" type="none"/>
          </a:ln>
        </p:spPr>
      </p:cxnSp>
      <p:sp>
        <p:nvSpPr>
          <p:cNvPr id="260" name="Google Shape;260;p45"/>
          <p:cNvSpPr/>
          <p:nvPr/>
        </p:nvSpPr>
        <p:spPr>
          <a:xfrm>
            <a:off x="6534000" y="3914640"/>
            <a:ext cx="1895100" cy="437700"/>
          </a:xfrm>
          <a:prstGeom prst="rect">
            <a:avLst/>
          </a:prstGeom>
          <a:noFill/>
          <a:ln>
            <a:noFill/>
          </a:ln>
        </p:spPr>
        <p:txBody>
          <a:bodyPr anchorCtr="0" anchor="t" bIns="218875" lIns="870823075" spcFirstLastPara="1" rIns="870823075" wrap="square" tIns="218875">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61" name="Google Shape;261;p45"/>
          <p:cNvSpPr txBox="1"/>
          <p:nvPr/>
        </p:nvSpPr>
        <p:spPr>
          <a:xfrm>
            <a:off x="714375" y="447675"/>
            <a:ext cx="7715400" cy="571500"/>
          </a:xfrm>
          <a:prstGeom prst="rect">
            <a:avLst/>
          </a:prstGeom>
          <a:solidFill>
            <a:srgbClr val="000000">
              <a:alpha val="0"/>
            </a:srgbClr>
          </a:solidFill>
          <a:ln>
            <a:noFill/>
          </a:ln>
        </p:spPr>
        <p:txBody>
          <a:bodyPr anchorCtr="0" anchor="t" bIns="95250" lIns="95250" spcFirstLastPara="1" rIns="95250" wrap="square" tIns="95250">
            <a:noAutofit/>
          </a:bodyPr>
          <a:lstStyle/>
          <a:p>
            <a:pPr indent="0" lvl="0" marL="0" rtl="0" algn="l">
              <a:spcBef>
                <a:spcPts val="0"/>
              </a:spcBef>
              <a:spcAft>
                <a:spcPts val="0"/>
              </a:spcAft>
              <a:buNone/>
            </a:pPr>
            <a:r>
              <a:rPr lang="en-US" sz="2380">
                <a:solidFill>
                  <a:srgbClr val="333333"/>
                </a:solidFill>
                <a:latin typeface="Playfair Display Medium"/>
                <a:ea typeface="Playfair Display Medium"/>
                <a:cs typeface="Playfair Display Medium"/>
                <a:sym typeface="Playfair Display Medium"/>
              </a:rPr>
              <a:t>Vowel region extraction using VOP and VEP detection</a:t>
            </a:r>
            <a:endParaRPr b="0" sz="2380">
              <a:solidFill>
                <a:srgbClr val="333333"/>
              </a:solidFill>
              <a:latin typeface="Playfair Display Medium"/>
              <a:ea typeface="Playfair Display Medium"/>
              <a:cs typeface="Playfair Display Medium"/>
              <a:sym typeface="Playfair Display Medium"/>
            </a:endParaRPr>
          </a:p>
        </p:txBody>
      </p:sp>
      <p:sp>
        <p:nvSpPr>
          <p:cNvPr id="262" name="Google Shape;262;p45"/>
          <p:cNvSpPr/>
          <p:nvPr/>
        </p:nvSpPr>
        <p:spPr>
          <a:xfrm>
            <a:off x="4619520" y="4324320"/>
            <a:ext cx="3809400" cy="294900"/>
          </a:xfrm>
          <a:prstGeom prst="rect">
            <a:avLst/>
          </a:prstGeom>
          <a:noFill/>
          <a:ln>
            <a:noFill/>
          </a:ln>
        </p:spPr>
        <p:txBody>
          <a:bodyPr anchorCtr="0" anchor="t" bIns="147600" lIns="870823075" spcFirstLastPara="1" rIns="870823075" wrap="square" tIns="1476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grpSp>
        <p:nvGrpSpPr>
          <p:cNvPr id="263" name="Google Shape;263;p45"/>
          <p:cNvGrpSpPr/>
          <p:nvPr/>
        </p:nvGrpSpPr>
        <p:grpSpPr>
          <a:xfrm>
            <a:off x="714375" y="1095375"/>
            <a:ext cx="7315200" cy="381000"/>
            <a:chOff x="714375" y="1095375"/>
            <a:chExt cx="7315200" cy="381000"/>
          </a:xfrm>
        </p:grpSpPr>
        <p:sp>
          <p:nvSpPr>
            <p:cNvPr id="264" name="Google Shape;264;p45"/>
            <p:cNvSpPr/>
            <p:nvPr/>
          </p:nvSpPr>
          <p:spPr>
            <a:xfrm>
              <a:off x="714375" y="1095375"/>
              <a:ext cx="223800" cy="223800"/>
            </a:xfrm>
            <a:prstGeom prst="roundRect">
              <a:avLst>
                <a:gd fmla="val 17021" name="adj"/>
              </a:avLst>
            </a:prstGeom>
            <a:solidFill>
              <a:srgbClr val="0C447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5" name="Google Shape;265;p45"/>
            <p:cNvSpPr txBox="1"/>
            <p:nvPr/>
          </p:nvSpPr>
          <p:spPr>
            <a:xfrm>
              <a:off x="714375" y="1095375"/>
              <a:ext cx="223800" cy="22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FFFFFF"/>
                  </a:solidFill>
                  <a:latin typeface="DM Sans"/>
                  <a:ea typeface="DM Sans"/>
                  <a:cs typeface="DM Sans"/>
                  <a:sym typeface="DM Sans"/>
                </a:rPr>
                <a:t>1</a:t>
              </a:r>
              <a:endParaRPr b="1" sz="1000">
                <a:solidFill>
                  <a:srgbClr val="FFFFFF"/>
                </a:solidFill>
                <a:latin typeface="DM Sans"/>
                <a:ea typeface="DM Sans"/>
                <a:cs typeface="DM Sans"/>
                <a:sym typeface="DM Sans"/>
              </a:endParaRPr>
            </a:p>
          </p:txBody>
        </p:sp>
        <p:sp>
          <p:nvSpPr>
            <p:cNvPr id="266" name="Google Shape;266;p45"/>
            <p:cNvSpPr txBox="1"/>
            <p:nvPr/>
          </p:nvSpPr>
          <p:spPr>
            <a:xfrm>
              <a:off x="1019175" y="1095375"/>
              <a:ext cx="70104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100">
                  <a:solidFill>
                    <a:srgbClr val="333333"/>
                  </a:solidFill>
                  <a:latin typeface="DM Sans Medium"/>
                  <a:ea typeface="DM Sans Medium"/>
                  <a:cs typeface="DM Sans Medium"/>
                  <a:sym typeface="DM Sans Medium"/>
                </a:rPr>
                <a:t>Apply pre-emphasis filter to the raw signal</a:t>
              </a:r>
              <a:endParaRPr b="0" sz="1100">
                <a:solidFill>
                  <a:srgbClr val="333333"/>
                </a:solidFill>
                <a:latin typeface="DM Sans Medium"/>
                <a:ea typeface="DM Sans Medium"/>
                <a:cs typeface="DM Sans Medium"/>
                <a:sym typeface="DM Sans Medium"/>
              </a:endParaRPr>
            </a:p>
            <a:p>
              <a:pPr indent="0" lvl="0" marL="0" rtl="0" algn="l">
                <a:spcBef>
                  <a:spcPts val="150"/>
                </a:spcBef>
                <a:spcAft>
                  <a:spcPts val="0"/>
                </a:spcAft>
                <a:buNone/>
              </a:pPr>
              <a:r>
                <a:rPr b="0" lang="en-US" sz="1000">
                  <a:solidFill>
                    <a:srgbClr val="666666"/>
                  </a:solidFill>
                  <a:latin typeface="DM Sans"/>
                  <a:ea typeface="DM Sans"/>
                  <a:cs typeface="DM Sans"/>
                  <a:sym typeface="DM Sans"/>
                </a:rPr>
                <a:t>Boosts high frequencies, improves LPC stability. y[n] = x[n] − 0.97·x[n−1]</a:t>
              </a:r>
              <a:endParaRPr b="0" sz="1000">
                <a:solidFill>
                  <a:srgbClr val="666666"/>
                </a:solidFill>
                <a:latin typeface="DM Sans"/>
                <a:ea typeface="DM Sans"/>
                <a:cs typeface="DM Sans"/>
                <a:sym typeface="DM Sans"/>
              </a:endParaRPr>
            </a:p>
          </p:txBody>
        </p:sp>
      </p:grpSp>
      <p:sp>
        <p:nvSpPr>
          <p:cNvPr id="267" name="Google Shape;267;p45"/>
          <p:cNvSpPr/>
          <p:nvPr/>
        </p:nvSpPr>
        <p:spPr>
          <a:xfrm>
            <a:off x="4391680" y="383280"/>
            <a:ext cx="3771600" cy="266400"/>
          </a:xfrm>
          <a:prstGeom prst="rect">
            <a:avLst/>
          </a:prstGeom>
          <a:noFill/>
          <a:ln>
            <a:noFill/>
          </a:ln>
        </p:spPr>
        <p:txBody>
          <a:bodyPr anchorCtr="0" anchor="t" bIns="133200" lIns="870823075" spcFirstLastPara="1" rIns="870823075" wrap="square" tIns="1332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grpSp>
        <p:nvGrpSpPr>
          <p:cNvPr id="268" name="Google Shape;268;p45"/>
          <p:cNvGrpSpPr/>
          <p:nvPr/>
        </p:nvGrpSpPr>
        <p:grpSpPr>
          <a:xfrm>
            <a:off x="714375" y="1571625"/>
            <a:ext cx="7315200" cy="223800"/>
            <a:chOff x="714375" y="1571625"/>
            <a:chExt cx="7315200" cy="223800"/>
          </a:xfrm>
        </p:grpSpPr>
        <p:sp>
          <p:nvSpPr>
            <p:cNvPr id="269" name="Google Shape;269;p45"/>
            <p:cNvSpPr/>
            <p:nvPr/>
          </p:nvSpPr>
          <p:spPr>
            <a:xfrm>
              <a:off x="714375" y="1571625"/>
              <a:ext cx="223800" cy="223800"/>
            </a:xfrm>
            <a:prstGeom prst="roundRect">
              <a:avLst>
                <a:gd fmla="val 17021" name="adj"/>
              </a:avLst>
            </a:prstGeom>
            <a:solidFill>
              <a:srgbClr val="0C447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0" name="Google Shape;270;p45"/>
            <p:cNvSpPr txBox="1"/>
            <p:nvPr/>
          </p:nvSpPr>
          <p:spPr>
            <a:xfrm>
              <a:off x="714375" y="1571625"/>
              <a:ext cx="223800" cy="22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FFFFFF"/>
                  </a:solidFill>
                  <a:latin typeface="DM Sans"/>
                  <a:ea typeface="DM Sans"/>
                  <a:cs typeface="DM Sans"/>
                  <a:sym typeface="DM Sans"/>
                </a:rPr>
                <a:t>2</a:t>
              </a:r>
              <a:endParaRPr b="1" sz="1000">
                <a:solidFill>
                  <a:srgbClr val="FFFFFF"/>
                </a:solidFill>
                <a:latin typeface="DM Sans"/>
                <a:ea typeface="DM Sans"/>
                <a:cs typeface="DM Sans"/>
                <a:sym typeface="DM Sans"/>
              </a:endParaRPr>
            </a:p>
          </p:txBody>
        </p:sp>
        <p:sp>
          <p:nvSpPr>
            <p:cNvPr id="271" name="Google Shape;271;p45"/>
            <p:cNvSpPr txBox="1"/>
            <p:nvPr/>
          </p:nvSpPr>
          <p:spPr>
            <a:xfrm>
              <a:off x="1019175" y="1571625"/>
              <a:ext cx="7010400" cy="2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100">
                  <a:solidFill>
                    <a:srgbClr val="333333"/>
                  </a:solidFill>
                  <a:latin typeface="DM Sans Medium"/>
                  <a:ea typeface="DM Sans Medium"/>
                  <a:cs typeface="DM Sans Medium"/>
                  <a:sym typeface="DM Sans Medium"/>
                </a:rPr>
                <a:t>Perform LPC analysis and compute LP residual</a:t>
              </a:r>
              <a:endParaRPr b="0" sz="1100">
                <a:solidFill>
                  <a:srgbClr val="333333"/>
                </a:solidFill>
                <a:latin typeface="DM Sans Medium"/>
                <a:ea typeface="DM Sans Medium"/>
                <a:cs typeface="DM Sans Medium"/>
                <a:sym typeface="DM Sans Medium"/>
              </a:endParaRPr>
            </a:p>
          </p:txBody>
        </p:sp>
      </p:grpSp>
      <p:sp>
        <p:nvSpPr>
          <p:cNvPr id="272" name="Google Shape;272;p45"/>
          <p:cNvSpPr/>
          <p:nvPr/>
        </p:nvSpPr>
        <p:spPr>
          <a:xfrm>
            <a:off x="4391680" y="688200"/>
            <a:ext cx="3771600" cy="266400"/>
          </a:xfrm>
          <a:prstGeom prst="rect">
            <a:avLst/>
          </a:prstGeom>
          <a:noFill/>
          <a:ln>
            <a:noFill/>
          </a:ln>
        </p:spPr>
        <p:txBody>
          <a:bodyPr anchorCtr="0" anchor="t" bIns="133200" lIns="870823075" spcFirstLastPara="1" rIns="870823075" wrap="square" tIns="1332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grpSp>
        <p:nvGrpSpPr>
          <p:cNvPr id="273" name="Google Shape;273;p45"/>
          <p:cNvGrpSpPr/>
          <p:nvPr/>
        </p:nvGrpSpPr>
        <p:grpSpPr>
          <a:xfrm>
            <a:off x="714375" y="1905000"/>
            <a:ext cx="7315200" cy="223800"/>
            <a:chOff x="714375" y="1905000"/>
            <a:chExt cx="7315200" cy="223800"/>
          </a:xfrm>
        </p:grpSpPr>
        <p:sp>
          <p:nvSpPr>
            <p:cNvPr id="274" name="Google Shape;274;p45"/>
            <p:cNvSpPr/>
            <p:nvPr/>
          </p:nvSpPr>
          <p:spPr>
            <a:xfrm>
              <a:off x="714375" y="1905000"/>
              <a:ext cx="223800" cy="223800"/>
            </a:xfrm>
            <a:prstGeom prst="roundRect">
              <a:avLst>
                <a:gd fmla="val 17021" name="adj"/>
              </a:avLst>
            </a:prstGeom>
            <a:solidFill>
              <a:srgbClr val="0C447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5" name="Google Shape;275;p45"/>
            <p:cNvSpPr txBox="1"/>
            <p:nvPr/>
          </p:nvSpPr>
          <p:spPr>
            <a:xfrm>
              <a:off x="714375" y="1905000"/>
              <a:ext cx="223800" cy="22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FFFFFF"/>
                  </a:solidFill>
                  <a:latin typeface="DM Sans"/>
                  <a:ea typeface="DM Sans"/>
                  <a:cs typeface="DM Sans"/>
                  <a:sym typeface="DM Sans"/>
                </a:rPr>
                <a:t>3</a:t>
              </a:r>
              <a:endParaRPr b="1" sz="1000">
                <a:solidFill>
                  <a:srgbClr val="FFFFFF"/>
                </a:solidFill>
                <a:latin typeface="DM Sans"/>
                <a:ea typeface="DM Sans"/>
                <a:cs typeface="DM Sans"/>
                <a:sym typeface="DM Sans"/>
              </a:endParaRPr>
            </a:p>
          </p:txBody>
        </p:sp>
        <p:sp>
          <p:nvSpPr>
            <p:cNvPr id="276" name="Google Shape;276;p45"/>
            <p:cNvSpPr txBox="1"/>
            <p:nvPr/>
          </p:nvSpPr>
          <p:spPr>
            <a:xfrm>
              <a:off x="1019175" y="1905000"/>
              <a:ext cx="7010400" cy="2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100">
                  <a:solidFill>
                    <a:srgbClr val="333333"/>
                  </a:solidFill>
                  <a:latin typeface="DM Sans Medium"/>
                  <a:ea typeface="DM Sans Medium"/>
                  <a:cs typeface="DM Sans Medium"/>
                  <a:sym typeface="DM Sans Medium"/>
                </a:rPr>
                <a:t>Compute Hilbert envelope of the LP residual</a:t>
              </a:r>
              <a:endParaRPr b="0" sz="1100">
                <a:solidFill>
                  <a:srgbClr val="333333"/>
                </a:solidFill>
                <a:latin typeface="DM Sans Medium"/>
                <a:ea typeface="DM Sans Medium"/>
                <a:cs typeface="DM Sans Medium"/>
                <a:sym typeface="DM Sans Medium"/>
              </a:endParaRPr>
            </a:p>
          </p:txBody>
        </p:sp>
      </p:grpSp>
      <p:grpSp>
        <p:nvGrpSpPr>
          <p:cNvPr id="277" name="Google Shape;277;p45"/>
          <p:cNvGrpSpPr/>
          <p:nvPr/>
        </p:nvGrpSpPr>
        <p:grpSpPr>
          <a:xfrm>
            <a:off x="714351" y="2238340"/>
            <a:ext cx="7119884" cy="294894"/>
            <a:chOff x="714375" y="2238375"/>
            <a:chExt cx="7315200" cy="381000"/>
          </a:xfrm>
        </p:grpSpPr>
        <p:sp>
          <p:nvSpPr>
            <p:cNvPr id="278" name="Google Shape;278;p45"/>
            <p:cNvSpPr/>
            <p:nvPr/>
          </p:nvSpPr>
          <p:spPr>
            <a:xfrm>
              <a:off x="714375" y="2238375"/>
              <a:ext cx="223800" cy="223800"/>
            </a:xfrm>
            <a:prstGeom prst="roundRect">
              <a:avLst>
                <a:gd fmla="val 17021" name="adj"/>
              </a:avLst>
            </a:prstGeom>
            <a:solidFill>
              <a:srgbClr val="0C447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9" name="Google Shape;279;p45"/>
            <p:cNvSpPr txBox="1"/>
            <p:nvPr/>
          </p:nvSpPr>
          <p:spPr>
            <a:xfrm>
              <a:off x="714375" y="2238375"/>
              <a:ext cx="223800" cy="22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FFFFFF"/>
                  </a:solidFill>
                  <a:latin typeface="DM Sans"/>
                  <a:ea typeface="DM Sans"/>
                  <a:cs typeface="DM Sans"/>
                  <a:sym typeface="DM Sans"/>
                </a:rPr>
                <a:t>4</a:t>
              </a:r>
              <a:endParaRPr b="1" sz="1000">
                <a:solidFill>
                  <a:srgbClr val="FFFFFF"/>
                </a:solidFill>
                <a:latin typeface="DM Sans"/>
                <a:ea typeface="DM Sans"/>
                <a:cs typeface="DM Sans"/>
                <a:sym typeface="DM Sans"/>
              </a:endParaRPr>
            </a:p>
          </p:txBody>
        </p:sp>
        <p:sp>
          <p:nvSpPr>
            <p:cNvPr id="280" name="Google Shape;280;p45"/>
            <p:cNvSpPr txBox="1"/>
            <p:nvPr/>
          </p:nvSpPr>
          <p:spPr>
            <a:xfrm>
              <a:off x="1019175" y="2238375"/>
              <a:ext cx="70104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100">
                  <a:solidFill>
                    <a:srgbClr val="333333"/>
                  </a:solidFill>
                  <a:latin typeface="DM Sans Medium"/>
                  <a:ea typeface="DM Sans Medium"/>
                  <a:cs typeface="DM Sans Medium"/>
                  <a:sym typeface="DM Sans Medium"/>
                </a:rPr>
                <a:t>Smooth Hilbert envelope with Hamming window</a:t>
              </a:r>
              <a:r>
                <a:rPr lang="en-US" sz="1100">
                  <a:solidFill>
                    <a:srgbClr val="333333"/>
                  </a:solidFill>
                  <a:latin typeface="DM Sans Medium"/>
                  <a:ea typeface="DM Sans Medium"/>
                  <a:cs typeface="DM Sans Medium"/>
                  <a:sym typeface="DM Sans Medium"/>
                </a:rPr>
                <a:t> and </a:t>
              </a:r>
              <a:r>
                <a:rPr lang="en-US" sz="1000">
                  <a:solidFill>
                    <a:schemeClr val="dk1"/>
                  </a:solidFill>
                  <a:latin typeface="DM Sans Medium"/>
                  <a:ea typeface="DM Sans Medium"/>
                  <a:cs typeface="DM Sans Medium"/>
                  <a:sym typeface="DM Sans Medium"/>
                </a:rPr>
                <a:t>Apply First-Order Gaussian Derivative (FOGD)</a:t>
              </a:r>
              <a:endParaRPr sz="1000">
                <a:solidFill>
                  <a:schemeClr val="dk1"/>
                </a:solidFill>
                <a:latin typeface="DM Sans Medium"/>
                <a:ea typeface="DM Sans Medium"/>
                <a:cs typeface="DM Sans Medium"/>
                <a:sym typeface="DM Sans Medium"/>
              </a:endParaRPr>
            </a:p>
          </p:txBody>
        </p:sp>
      </p:grpSp>
      <p:grpSp>
        <p:nvGrpSpPr>
          <p:cNvPr id="281" name="Google Shape;281;p45"/>
          <p:cNvGrpSpPr/>
          <p:nvPr/>
        </p:nvGrpSpPr>
        <p:grpSpPr>
          <a:xfrm>
            <a:off x="695325" y="2547938"/>
            <a:ext cx="7315200" cy="223800"/>
            <a:chOff x="714375" y="2714625"/>
            <a:chExt cx="7315200" cy="223800"/>
          </a:xfrm>
        </p:grpSpPr>
        <p:sp>
          <p:nvSpPr>
            <p:cNvPr id="282" name="Google Shape;282;p45"/>
            <p:cNvSpPr/>
            <p:nvPr/>
          </p:nvSpPr>
          <p:spPr>
            <a:xfrm>
              <a:off x="714375" y="2714625"/>
              <a:ext cx="223800" cy="223800"/>
            </a:xfrm>
            <a:prstGeom prst="roundRect">
              <a:avLst>
                <a:gd fmla="val 17021" name="adj"/>
              </a:avLst>
            </a:prstGeom>
            <a:solidFill>
              <a:srgbClr val="0C447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3" name="Google Shape;283;p45"/>
            <p:cNvSpPr txBox="1"/>
            <p:nvPr/>
          </p:nvSpPr>
          <p:spPr>
            <a:xfrm>
              <a:off x="714375" y="2714625"/>
              <a:ext cx="223800" cy="22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FFFFFF"/>
                  </a:solidFill>
                  <a:latin typeface="DM Sans"/>
                  <a:ea typeface="DM Sans"/>
                  <a:cs typeface="DM Sans"/>
                  <a:sym typeface="DM Sans"/>
                </a:rPr>
                <a:t>5</a:t>
              </a:r>
              <a:endParaRPr b="1" sz="1000">
                <a:solidFill>
                  <a:srgbClr val="FFFFFF"/>
                </a:solidFill>
                <a:latin typeface="DM Sans"/>
                <a:ea typeface="DM Sans"/>
                <a:cs typeface="DM Sans"/>
                <a:sym typeface="DM Sans"/>
              </a:endParaRPr>
            </a:p>
          </p:txBody>
        </p:sp>
        <p:sp>
          <p:nvSpPr>
            <p:cNvPr id="284" name="Google Shape;284;p45"/>
            <p:cNvSpPr txBox="1"/>
            <p:nvPr/>
          </p:nvSpPr>
          <p:spPr>
            <a:xfrm>
              <a:off x="1019175" y="2714625"/>
              <a:ext cx="7010400" cy="2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100">
                  <a:solidFill>
                    <a:srgbClr val="333333"/>
                  </a:solidFill>
                  <a:latin typeface="DM Sans Medium"/>
                  <a:ea typeface="DM Sans Medium"/>
                  <a:cs typeface="DM Sans Medium"/>
                  <a:sym typeface="DM Sans Medium"/>
                </a:rPr>
                <a:t>Pick VOP and VEP candidates with two-stage filtering</a:t>
              </a:r>
              <a:endParaRPr b="0" sz="1100">
                <a:solidFill>
                  <a:srgbClr val="333333"/>
                </a:solidFill>
                <a:latin typeface="DM Sans Medium"/>
                <a:ea typeface="DM Sans Medium"/>
                <a:cs typeface="DM Sans Medium"/>
                <a:sym typeface="DM Sans Medium"/>
              </a:endParaRPr>
            </a:p>
          </p:txBody>
        </p:sp>
      </p:grpSp>
      <p:grpSp>
        <p:nvGrpSpPr>
          <p:cNvPr id="285" name="Google Shape;285;p45"/>
          <p:cNvGrpSpPr/>
          <p:nvPr/>
        </p:nvGrpSpPr>
        <p:grpSpPr>
          <a:xfrm>
            <a:off x="695325" y="2881313"/>
            <a:ext cx="7315200" cy="223800"/>
            <a:chOff x="714375" y="3048000"/>
            <a:chExt cx="7315200" cy="223800"/>
          </a:xfrm>
        </p:grpSpPr>
        <p:sp>
          <p:nvSpPr>
            <p:cNvPr id="286" name="Google Shape;286;p45"/>
            <p:cNvSpPr/>
            <p:nvPr/>
          </p:nvSpPr>
          <p:spPr>
            <a:xfrm>
              <a:off x="714375" y="3048000"/>
              <a:ext cx="223800" cy="223800"/>
            </a:xfrm>
            <a:prstGeom prst="roundRect">
              <a:avLst>
                <a:gd fmla="val 17021" name="adj"/>
              </a:avLst>
            </a:prstGeom>
            <a:solidFill>
              <a:srgbClr val="0C447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7" name="Google Shape;287;p45"/>
            <p:cNvSpPr txBox="1"/>
            <p:nvPr/>
          </p:nvSpPr>
          <p:spPr>
            <a:xfrm>
              <a:off x="714375" y="3048000"/>
              <a:ext cx="223800" cy="22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FFFFFF"/>
                  </a:solidFill>
                  <a:latin typeface="DM Sans"/>
                  <a:ea typeface="DM Sans"/>
                  <a:cs typeface="DM Sans"/>
                  <a:sym typeface="DM Sans"/>
                </a:rPr>
                <a:t>6</a:t>
              </a:r>
              <a:endParaRPr b="1" sz="1000">
                <a:solidFill>
                  <a:srgbClr val="FFFFFF"/>
                </a:solidFill>
                <a:latin typeface="DM Sans"/>
                <a:ea typeface="DM Sans"/>
                <a:cs typeface="DM Sans"/>
                <a:sym typeface="DM Sans"/>
              </a:endParaRPr>
            </a:p>
          </p:txBody>
        </p:sp>
        <p:sp>
          <p:nvSpPr>
            <p:cNvPr id="288" name="Google Shape;288;p45"/>
            <p:cNvSpPr txBox="1"/>
            <p:nvPr/>
          </p:nvSpPr>
          <p:spPr>
            <a:xfrm>
              <a:off x="1019175" y="3048000"/>
              <a:ext cx="7010400" cy="2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100">
                  <a:solidFill>
                    <a:srgbClr val="333333"/>
                  </a:solidFill>
                  <a:latin typeface="DM Sans Medium"/>
                  <a:ea typeface="DM Sans Medium"/>
                  <a:cs typeface="DM Sans Medium"/>
                  <a:sym typeface="DM Sans Medium"/>
                </a:rPr>
                <a:t>Pair each VOP with the nearest following VEP</a:t>
              </a:r>
              <a:endParaRPr b="0" sz="1100">
                <a:solidFill>
                  <a:srgbClr val="333333"/>
                </a:solidFill>
                <a:latin typeface="DM Sans Medium"/>
                <a:ea typeface="DM Sans Medium"/>
                <a:cs typeface="DM Sans Medium"/>
                <a:sym typeface="DM Sans Medium"/>
              </a:endParaRPr>
            </a:p>
          </p:txBody>
        </p:sp>
      </p:grpSp>
      <p:grpSp>
        <p:nvGrpSpPr>
          <p:cNvPr id="289" name="Google Shape;289;p45"/>
          <p:cNvGrpSpPr/>
          <p:nvPr/>
        </p:nvGrpSpPr>
        <p:grpSpPr>
          <a:xfrm>
            <a:off x="695325" y="3214688"/>
            <a:ext cx="7315200" cy="223800"/>
            <a:chOff x="714375" y="3381375"/>
            <a:chExt cx="7315200" cy="223800"/>
          </a:xfrm>
        </p:grpSpPr>
        <p:sp>
          <p:nvSpPr>
            <p:cNvPr id="290" name="Google Shape;290;p45"/>
            <p:cNvSpPr/>
            <p:nvPr/>
          </p:nvSpPr>
          <p:spPr>
            <a:xfrm>
              <a:off x="714375" y="3381375"/>
              <a:ext cx="223800" cy="223800"/>
            </a:xfrm>
            <a:prstGeom prst="roundRect">
              <a:avLst>
                <a:gd fmla="val 17021" name="adj"/>
              </a:avLst>
            </a:prstGeom>
            <a:solidFill>
              <a:srgbClr val="0C447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1" name="Google Shape;291;p45"/>
            <p:cNvSpPr txBox="1"/>
            <p:nvPr/>
          </p:nvSpPr>
          <p:spPr>
            <a:xfrm>
              <a:off x="714375" y="3381375"/>
              <a:ext cx="223800" cy="22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FFFFFF"/>
                  </a:solidFill>
                  <a:latin typeface="DM Sans"/>
                  <a:ea typeface="DM Sans"/>
                  <a:cs typeface="DM Sans"/>
                  <a:sym typeface="DM Sans"/>
                </a:rPr>
                <a:t>7</a:t>
              </a:r>
              <a:endParaRPr b="1" sz="1000">
                <a:solidFill>
                  <a:srgbClr val="FFFFFF"/>
                </a:solidFill>
                <a:latin typeface="DM Sans"/>
                <a:ea typeface="DM Sans"/>
                <a:cs typeface="DM Sans"/>
                <a:sym typeface="DM Sans"/>
              </a:endParaRPr>
            </a:p>
          </p:txBody>
        </p:sp>
        <p:sp>
          <p:nvSpPr>
            <p:cNvPr id="292" name="Google Shape;292;p45"/>
            <p:cNvSpPr txBox="1"/>
            <p:nvPr/>
          </p:nvSpPr>
          <p:spPr>
            <a:xfrm>
              <a:off x="1019175" y="3381375"/>
              <a:ext cx="7010400" cy="2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100">
                  <a:solidFill>
                    <a:srgbClr val="333333"/>
                  </a:solidFill>
                  <a:latin typeface="DM Sans Medium"/>
                  <a:ea typeface="DM Sans Medium"/>
                  <a:cs typeface="DM Sans Medium"/>
                  <a:sym typeface="DM Sans Medium"/>
                </a:rPr>
                <a:t>Final Vowel Region Output</a:t>
              </a:r>
              <a:endParaRPr b="0" sz="1100">
                <a:solidFill>
                  <a:srgbClr val="333333"/>
                </a:solidFill>
                <a:latin typeface="DM Sans Medium"/>
                <a:ea typeface="DM Sans Medium"/>
                <a:cs typeface="DM Sans Medium"/>
                <a:sym typeface="DM Sans Medium"/>
              </a:endParaRPr>
            </a:p>
          </p:txBody>
        </p:sp>
      </p:grpSp>
      <p:sp>
        <p:nvSpPr>
          <p:cNvPr id="293" name="Google Shape;293;p45"/>
          <p:cNvSpPr txBox="1"/>
          <p:nvPr/>
        </p:nvSpPr>
        <p:spPr>
          <a:xfrm>
            <a:off x="416588" y="3752400"/>
            <a:ext cx="77154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latin typeface="Playfair Display Medium"/>
                <a:ea typeface="Playfair Display Medium"/>
                <a:cs typeface="Playfair Display Medium"/>
                <a:sym typeface="Playfair Display Medium"/>
              </a:rPr>
              <a:t>Key advantage: Every decision is made on the LP residual  the excitation source signal after vocal tract influence has been removed. Vowel onsets and offsets correspond to real changes in glottal phonation, not just energy level. RMS + ZCR answers "is this frame energetic and periodic?" a purely acoustic question. VOP/VEP answers "is glottal phonation starting or stopping here?" a physiological question directly tied to how emotion changes vocal fold behavior.    </a:t>
            </a:r>
            <a:endParaRPr sz="1200">
              <a:latin typeface="Playfair Display Medium"/>
              <a:ea typeface="Playfair Display Medium"/>
              <a:cs typeface="Playfair Display Medium"/>
              <a:sym typeface="Playfair Display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pic>
        <p:nvPicPr>
          <p:cNvPr id="298" name="Google Shape;298;p46"/>
          <p:cNvPicPr preferRelativeResize="0"/>
          <p:nvPr/>
        </p:nvPicPr>
        <p:blipFill>
          <a:blip r:embed="rId3">
            <a:alphaModFix/>
          </a:blip>
          <a:stretch>
            <a:fillRect/>
          </a:stretch>
        </p:blipFill>
        <p:spPr>
          <a:xfrm>
            <a:off x="152400" y="333450"/>
            <a:ext cx="6027049" cy="2341525"/>
          </a:xfrm>
          <a:prstGeom prst="rect">
            <a:avLst/>
          </a:prstGeom>
          <a:noFill/>
          <a:ln>
            <a:noFill/>
          </a:ln>
        </p:spPr>
      </p:pic>
      <p:pic>
        <p:nvPicPr>
          <p:cNvPr id="299" name="Google Shape;299;p46"/>
          <p:cNvPicPr preferRelativeResize="0"/>
          <p:nvPr/>
        </p:nvPicPr>
        <p:blipFill>
          <a:blip r:embed="rId4">
            <a:alphaModFix/>
          </a:blip>
          <a:stretch>
            <a:fillRect/>
          </a:stretch>
        </p:blipFill>
        <p:spPr>
          <a:xfrm>
            <a:off x="2382550" y="2778775"/>
            <a:ext cx="6622899" cy="23067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cxnSp>
        <p:nvCxnSpPr>
          <p:cNvPr id="304" name="Google Shape;304;p47"/>
          <p:cNvCxnSpPr/>
          <p:nvPr/>
        </p:nvCxnSpPr>
        <p:spPr>
          <a:xfrm>
            <a:off x="7160762" y="302760"/>
            <a:ext cx="2079000" cy="300"/>
          </a:xfrm>
          <a:prstGeom prst="straightConnector1">
            <a:avLst/>
          </a:prstGeom>
          <a:solidFill>
            <a:srgbClr val="FFFFFF"/>
          </a:solidFill>
          <a:ln cap="flat" cmpd="sng" w="9525">
            <a:solidFill>
              <a:srgbClr val="333333"/>
            </a:solidFill>
            <a:prstDash val="solid"/>
            <a:round/>
            <a:headEnd len="sm" w="sm" type="none"/>
            <a:tailEnd len="sm" w="sm" type="none"/>
          </a:ln>
        </p:spPr>
      </p:cxnSp>
      <p:cxnSp>
        <p:nvCxnSpPr>
          <p:cNvPr id="305" name="Google Shape;305;p47"/>
          <p:cNvCxnSpPr/>
          <p:nvPr/>
        </p:nvCxnSpPr>
        <p:spPr>
          <a:xfrm flipH="1">
            <a:off x="8768510" y="-27954"/>
            <a:ext cx="300" cy="4632000"/>
          </a:xfrm>
          <a:prstGeom prst="straightConnector1">
            <a:avLst/>
          </a:prstGeom>
          <a:solidFill>
            <a:srgbClr val="FFFFFF"/>
          </a:solidFill>
          <a:ln cap="flat" cmpd="sng" w="9525">
            <a:solidFill>
              <a:srgbClr val="333333"/>
            </a:solidFill>
            <a:prstDash val="solid"/>
            <a:round/>
            <a:headEnd len="sm" w="sm" type="none"/>
            <a:tailEnd len="sm" w="sm" type="none"/>
          </a:ln>
        </p:spPr>
      </p:cxnSp>
      <p:sp>
        <p:nvSpPr>
          <p:cNvPr id="306" name="Google Shape;306;p47"/>
          <p:cNvSpPr txBox="1"/>
          <p:nvPr/>
        </p:nvSpPr>
        <p:spPr>
          <a:xfrm>
            <a:off x="133350" y="447675"/>
            <a:ext cx="56007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2800">
                <a:solidFill>
                  <a:srgbClr val="333333"/>
                </a:solidFill>
                <a:latin typeface="Playfair Display Medium"/>
                <a:ea typeface="Playfair Display Medium"/>
                <a:cs typeface="Playfair Display Medium"/>
                <a:sym typeface="Playfair Display Medium"/>
              </a:rPr>
              <a:t>GCI Extraction Process</a:t>
            </a:r>
            <a:endParaRPr b="0" sz="2800">
              <a:solidFill>
                <a:srgbClr val="333333"/>
              </a:solidFill>
              <a:latin typeface="Playfair Display Medium"/>
              <a:ea typeface="Playfair Display Medium"/>
              <a:cs typeface="Playfair Display Medium"/>
              <a:sym typeface="Playfair Display Medium"/>
            </a:endParaRPr>
          </a:p>
        </p:txBody>
      </p:sp>
      <p:grpSp>
        <p:nvGrpSpPr>
          <p:cNvPr id="307" name="Google Shape;307;p47"/>
          <p:cNvGrpSpPr/>
          <p:nvPr/>
        </p:nvGrpSpPr>
        <p:grpSpPr>
          <a:xfrm>
            <a:off x="133350" y="1209675"/>
            <a:ext cx="4505475" cy="447600"/>
            <a:chOff x="133350" y="1209675"/>
            <a:chExt cx="4505475" cy="447600"/>
          </a:xfrm>
        </p:grpSpPr>
        <p:sp>
          <p:nvSpPr>
            <p:cNvPr id="308" name="Google Shape;308;p47"/>
            <p:cNvSpPr/>
            <p:nvPr/>
          </p:nvSpPr>
          <p:spPr>
            <a:xfrm>
              <a:off x="133350" y="1209675"/>
              <a:ext cx="162000" cy="257100"/>
            </a:xfrm>
            <a:prstGeom prst="roundRect">
              <a:avLst>
                <a:gd fmla="val 17647" name="adj"/>
              </a:avLst>
            </a:prstGeom>
            <a:solidFill>
              <a:srgbClr val="0C447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9" name="Google Shape;309;p47"/>
            <p:cNvSpPr txBox="1"/>
            <p:nvPr/>
          </p:nvSpPr>
          <p:spPr>
            <a:xfrm>
              <a:off x="133350" y="1209675"/>
              <a:ext cx="162000" cy="257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FFFFFF"/>
                  </a:solidFill>
                  <a:latin typeface="DM Sans"/>
                  <a:ea typeface="DM Sans"/>
                  <a:cs typeface="DM Sans"/>
                  <a:sym typeface="DM Sans"/>
                </a:rPr>
                <a:t>1</a:t>
              </a:r>
              <a:endParaRPr b="1" sz="1000">
                <a:solidFill>
                  <a:srgbClr val="FFFFFF"/>
                </a:solidFill>
                <a:latin typeface="DM Sans"/>
                <a:ea typeface="DM Sans"/>
                <a:cs typeface="DM Sans"/>
                <a:sym typeface="DM Sans"/>
              </a:endParaRPr>
            </a:p>
          </p:txBody>
        </p:sp>
        <p:sp>
          <p:nvSpPr>
            <p:cNvPr id="310" name="Google Shape;310;p47"/>
            <p:cNvSpPr txBox="1"/>
            <p:nvPr/>
          </p:nvSpPr>
          <p:spPr>
            <a:xfrm>
              <a:off x="352425" y="1209675"/>
              <a:ext cx="4286400" cy="447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1100">
                  <a:solidFill>
                    <a:srgbClr val="333333"/>
                  </a:solidFill>
                  <a:latin typeface="DM Sans Medium"/>
                  <a:ea typeface="DM Sans Medium"/>
                  <a:cs typeface="DM Sans Medium"/>
                  <a:sym typeface="DM Sans Medium"/>
                </a:rPr>
                <a:t>Differencing the Signal </a:t>
              </a:r>
              <a:endParaRPr b="0" sz="1100">
                <a:solidFill>
                  <a:srgbClr val="333333"/>
                </a:solidFill>
                <a:latin typeface="DM Sans Medium"/>
                <a:ea typeface="DM Sans Medium"/>
                <a:cs typeface="DM Sans Medium"/>
                <a:sym typeface="DM Sans Medium"/>
              </a:endParaRPr>
            </a:p>
            <a:p>
              <a:pPr indent="0" lvl="0" marL="0" rtl="0" algn="l">
                <a:spcBef>
                  <a:spcPts val="150"/>
                </a:spcBef>
                <a:spcAft>
                  <a:spcPts val="0"/>
                </a:spcAft>
                <a:buNone/>
              </a:pPr>
              <a:r>
                <a:rPr lang="en-US" sz="1000">
                  <a:solidFill>
                    <a:srgbClr val="666666"/>
                  </a:solidFill>
                  <a:latin typeface="DM Sans"/>
                  <a:ea typeface="DM Sans"/>
                  <a:cs typeface="DM Sans"/>
                  <a:sym typeface="DM Sans"/>
                </a:rPr>
                <a:t>Remove DC drift and emphasize high-frequency glottal energy. </a:t>
              </a:r>
              <a:endParaRPr b="0" sz="1000">
                <a:solidFill>
                  <a:srgbClr val="666666"/>
                </a:solidFill>
                <a:latin typeface="DM Sans"/>
                <a:ea typeface="DM Sans"/>
                <a:cs typeface="DM Sans"/>
                <a:sym typeface="DM Sans"/>
              </a:endParaRPr>
            </a:p>
          </p:txBody>
        </p:sp>
      </p:grpSp>
      <p:grpSp>
        <p:nvGrpSpPr>
          <p:cNvPr id="311" name="Google Shape;311;p47"/>
          <p:cNvGrpSpPr/>
          <p:nvPr/>
        </p:nvGrpSpPr>
        <p:grpSpPr>
          <a:xfrm>
            <a:off x="133350" y="1771650"/>
            <a:ext cx="4505475" cy="447600"/>
            <a:chOff x="133350" y="1771650"/>
            <a:chExt cx="4505475" cy="447600"/>
          </a:xfrm>
        </p:grpSpPr>
        <p:sp>
          <p:nvSpPr>
            <p:cNvPr id="312" name="Google Shape;312;p47"/>
            <p:cNvSpPr/>
            <p:nvPr/>
          </p:nvSpPr>
          <p:spPr>
            <a:xfrm>
              <a:off x="133350" y="1771650"/>
              <a:ext cx="162000" cy="257100"/>
            </a:xfrm>
            <a:prstGeom prst="roundRect">
              <a:avLst>
                <a:gd fmla="val 17647" name="adj"/>
              </a:avLst>
            </a:prstGeom>
            <a:solidFill>
              <a:srgbClr val="0C447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3" name="Google Shape;313;p47"/>
            <p:cNvSpPr txBox="1"/>
            <p:nvPr/>
          </p:nvSpPr>
          <p:spPr>
            <a:xfrm>
              <a:off x="133350" y="1771650"/>
              <a:ext cx="162000" cy="257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FFFFFF"/>
                  </a:solidFill>
                  <a:latin typeface="DM Sans"/>
                  <a:ea typeface="DM Sans"/>
                  <a:cs typeface="DM Sans"/>
                  <a:sym typeface="DM Sans"/>
                </a:rPr>
                <a:t>2</a:t>
              </a:r>
              <a:endParaRPr b="1" sz="1000">
                <a:solidFill>
                  <a:srgbClr val="FFFFFF"/>
                </a:solidFill>
                <a:latin typeface="DM Sans"/>
                <a:ea typeface="DM Sans"/>
                <a:cs typeface="DM Sans"/>
                <a:sym typeface="DM Sans"/>
              </a:endParaRPr>
            </a:p>
          </p:txBody>
        </p:sp>
        <p:sp>
          <p:nvSpPr>
            <p:cNvPr id="314" name="Google Shape;314;p47"/>
            <p:cNvSpPr txBox="1"/>
            <p:nvPr/>
          </p:nvSpPr>
          <p:spPr>
            <a:xfrm>
              <a:off x="352425" y="1771650"/>
              <a:ext cx="4286400" cy="447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1100">
                  <a:solidFill>
                    <a:srgbClr val="333333"/>
                  </a:solidFill>
                  <a:latin typeface="DM Sans Medium"/>
                  <a:ea typeface="DM Sans Medium"/>
                  <a:cs typeface="DM Sans Medium"/>
                  <a:sym typeface="DM Sans Medium"/>
                </a:rPr>
                <a:t>Zero Frequency Filtering (ZFF) </a:t>
              </a:r>
              <a:endParaRPr b="0" sz="1100">
                <a:solidFill>
                  <a:srgbClr val="333333"/>
                </a:solidFill>
                <a:latin typeface="DM Sans Medium"/>
                <a:ea typeface="DM Sans Medium"/>
                <a:cs typeface="DM Sans Medium"/>
                <a:sym typeface="DM Sans Medium"/>
              </a:endParaRPr>
            </a:p>
            <a:p>
              <a:pPr indent="0" lvl="0" marL="0" rtl="0" algn="l">
                <a:spcBef>
                  <a:spcPts val="150"/>
                </a:spcBef>
                <a:spcAft>
                  <a:spcPts val="0"/>
                </a:spcAft>
                <a:buNone/>
              </a:pPr>
              <a:r>
                <a:rPr lang="en-US" sz="1000">
                  <a:solidFill>
                    <a:srgbClr val="666666"/>
                  </a:solidFill>
                  <a:latin typeface="DM Sans"/>
                  <a:ea typeface="DM Sans"/>
                  <a:cs typeface="DM Sans"/>
                  <a:sym typeface="DM Sans"/>
                </a:rPr>
                <a:t>Pass the signal through a 0-Hz resonator (leaky double integration) to isolate the glottal source. </a:t>
              </a:r>
              <a:endParaRPr b="0" sz="1000">
                <a:solidFill>
                  <a:srgbClr val="666666"/>
                </a:solidFill>
                <a:latin typeface="DM Sans"/>
                <a:ea typeface="DM Sans"/>
                <a:cs typeface="DM Sans"/>
                <a:sym typeface="DM Sans"/>
              </a:endParaRPr>
            </a:p>
          </p:txBody>
        </p:sp>
      </p:grpSp>
      <p:grpSp>
        <p:nvGrpSpPr>
          <p:cNvPr id="315" name="Google Shape;315;p47"/>
          <p:cNvGrpSpPr/>
          <p:nvPr/>
        </p:nvGrpSpPr>
        <p:grpSpPr>
          <a:xfrm>
            <a:off x="133350" y="2333625"/>
            <a:ext cx="4505475" cy="447600"/>
            <a:chOff x="133350" y="2333625"/>
            <a:chExt cx="4505475" cy="447600"/>
          </a:xfrm>
        </p:grpSpPr>
        <p:sp>
          <p:nvSpPr>
            <p:cNvPr id="316" name="Google Shape;316;p47"/>
            <p:cNvSpPr/>
            <p:nvPr/>
          </p:nvSpPr>
          <p:spPr>
            <a:xfrm>
              <a:off x="133350" y="2333625"/>
              <a:ext cx="162000" cy="257100"/>
            </a:xfrm>
            <a:prstGeom prst="roundRect">
              <a:avLst>
                <a:gd fmla="val 17647" name="adj"/>
              </a:avLst>
            </a:prstGeom>
            <a:solidFill>
              <a:srgbClr val="0C447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7" name="Google Shape;317;p47"/>
            <p:cNvSpPr txBox="1"/>
            <p:nvPr/>
          </p:nvSpPr>
          <p:spPr>
            <a:xfrm>
              <a:off x="133350" y="2333625"/>
              <a:ext cx="162000" cy="257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FFFFFF"/>
                  </a:solidFill>
                  <a:latin typeface="DM Sans"/>
                  <a:ea typeface="DM Sans"/>
                  <a:cs typeface="DM Sans"/>
                  <a:sym typeface="DM Sans"/>
                </a:rPr>
                <a:t>3</a:t>
              </a:r>
              <a:endParaRPr b="1" sz="1000">
                <a:solidFill>
                  <a:srgbClr val="FFFFFF"/>
                </a:solidFill>
                <a:latin typeface="DM Sans"/>
                <a:ea typeface="DM Sans"/>
                <a:cs typeface="DM Sans"/>
                <a:sym typeface="DM Sans"/>
              </a:endParaRPr>
            </a:p>
          </p:txBody>
        </p:sp>
        <p:sp>
          <p:nvSpPr>
            <p:cNvPr id="318" name="Google Shape;318;p47"/>
            <p:cNvSpPr txBox="1"/>
            <p:nvPr/>
          </p:nvSpPr>
          <p:spPr>
            <a:xfrm>
              <a:off x="352425" y="2333625"/>
              <a:ext cx="4286400" cy="447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1100">
                  <a:solidFill>
                    <a:srgbClr val="333333"/>
                  </a:solidFill>
                  <a:latin typeface="DM Sans Medium"/>
                  <a:ea typeface="DM Sans Medium"/>
                  <a:cs typeface="DM Sans Medium"/>
                  <a:sym typeface="DM Sans Medium"/>
                </a:rPr>
                <a:t>Trend Removal</a:t>
              </a:r>
              <a:endParaRPr b="0" sz="1100">
                <a:solidFill>
                  <a:srgbClr val="333333"/>
                </a:solidFill>
                <a:latin typeface="DM Sans Medium"/>
                <a:ea typeface="DM Sans Medium"/>
                <a:cs typeface="DM Sans Medium"/>
                <a:sym typeface="DM Sans Medium"/>
              </a:endParaRPr>
            </a:p>
            <a:p>
              <a:pPr indent="0" lvl="0" marL="0" rtl="0" algn="l">
                <a:spcBef>
                  <a:spcPts val="150"/>
                </a:spcBef>
                <a:spcAft>
                  <a:spcPts val="0"/>
                </a:spcAft>
                <a:buNone/>
              </a:pPr>
              <a:r>
                <a:rPr lang="en-US" sz="1000">
                  <a:solidFill>
                    <a:srgbClr val="666666"/>
                  </a:solidFill>
                  <a:latin typeface="DM Sans"/>
                  <a:ea typeface="DM Sans"/>
                  <a:cs typeface="DM Sans"/>
                  <a:sym typeface="DM Sans"/>
                </a:rPr>
                <a:t>Subtract the local mean using a 2ms window to remove the vocal tract resonances (formants). </a:t>
              </a:r>
              <a:endParaRPr b="0" sz="1000">
                <a:solidFill>
                  <a:srgbClr val="666666"/>
                </a:solidFill>
                <a:latin typeface="DM Sans"/>
                <a:ea typeface="DM Sans"/>
                <a:cs typeface="DM Sans"/>
                <a:sym typeface="DM Sans"/>
              </a:endParaRPr>
            </a:p>
          </p:txBody>
        </p:sp>
      </p:grpSp>
      <p:grpSp>
        <p:nvGrpSpPr>
          <p:cNvPr id="319" name="Google Shape;319;p47"/>
          <p:cNvGrpSpPr/>
          <p:nvPr/>
        </p:nvGrpSpPr>
        <p:grpSpPr>
          <a:xfrm>
            <a:off x="133350" y="2895600"/>
            <a:ext cx="4505475" cy="447600"/>
            <a:chOff x="133350" y="2895600"/>
            <a:chExt cx="4505475" cy="447600"/>
          </a:xfrm>
        </p:grpSpPr>
        <p:sp>
          <p:nvSpPr>
            <p:cNvPr id="320" name="Google Shape;320;p47"/>
            <p:cNvSpPr/>
            <p:nvPr/>
          </p:nvSpPr>
          <p:spPr>
            <a:xfrm>
              <a:off x="133350" y="2895600"/>
              <a:ext cx="162000" cy="257100"/>
            </a:xfrm>
            <a:prstGeom prst="roundRect">
              <a:avLst>
                <a:gd fmla="val 17647" name="adj"/>
              </a:avLst>
            </a:prstGeom>
            <a:solidFill>
              <a:srgbClr val="0C447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1" name="Google Shape;321;p47"/>
            <p:cNvSpPr txBox="1"/>
            <p:nvPr/>
          </p:nvSpPr>
          <p:spPr>
            <a:xfrm>
              <a:off x="133350" y="2895600"/>
              <a:ext cx="162000" cy="257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FFFFFF"/>
                  </a:solidFill>
                  <a:latin typeface="DM Sans"/>
                  <a:ea typeface="DM Sans"/>
                  <a:cs typeface="DM Sans"/>
                  <a:sym typeface="DM Sans"/>
                </a:rPr>
                <a:t>4</a:t>
              </a:r>
              <a:endParaRPr b="1" sz="1000">
                <a:solidFill>
                  <a:srgbClr val="FFFFFF"/>
                </a:solidFill>
                <a:latin typeface="DM Sans"/>
                <a:ea typeface="DM Sans"/>
                <a:cs typeface="DM Sans"/>
                <a:sym typeface="DM Sans"/>
              </a:endParaRPr>
            </a:p>
          </p:txBody>
        </p:sp>
        <p:sp>
          <p:nvSpPr>
            <p:cNvPr id="322" name="Google Shape;322;p47"/>
            <p:cNvSpPr txBox="1"/>
            <p:nvPr/>
          </p:nvSpPr>
          <p:spPr>
            <a:xfrm>
              <a:off x="352425" y="2895600"/>
              <a:ext cx="4286400" cy="447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100">
                  <a:solidFill>
                    <a:srgbClr val="333333"/>
                  </a:solidFill>
                  <a:latin typeface="DM Sans Medium"/>
                  <a:ea typeface="DM Sans Medium"/>
                  <a:cs typeface="DM Sans Medium"/>
                  <a:sym typeface="DM Sans Medium"/>
                </a:rPr>
                <a:t>Epoch Detection</a:t>
              </a:r>
              <a:endParaRPr b="0" sz="1100">
                <a:solidFill>
                  <a:srgbClr val="333333"/>
                </a:solidFill>
                <a:latin typeface="DM Sans Medium"/>
                <a:ea typeface="DM Sans Medium"/>
                <a:cs typeface="DM Sans Medium"/>
                <a:sym typeface="DM Sans Medium"/>
              </a:endParaRPr>
            </a:p>
            <a:p>
              <a:pPr indent="0" lvl="0" marL="0" rtl="0" algn="l">
                <a:spcBef>
                  <a:spcPts val="150"/>
                </a:spcBef>
                <a:spcAft>
                  <a:spcPts val="0"/>
                </a:spcAft>
                <a:buNone/>
              </a:pPr>
              <a:r>
                <a:rPr lang="en-US" sz="1000">
                  <a:solidFill>
                    <a:srgbClr val="666666"/>
                  </a:solidFill>
                  <a:latin typeface="DM Sans"/>
                  <a:ea typeface="DM Sans"/>
                  <a:cs typeface="DM Sans"/>
                  <a:sym typeface="DM Sans"/>
                </a:rPr>
                <a:t>The positive zero-crossings of this filtered signal correspond exactly to the true Glottal Closure Instants (GCIs). </a:t>
              </a:r>
              <a:endParaRPr b="0" sz="1000">
                <a:solidFill>
                  <a:srgbClr val="666666"/>
                </a:solidFill>
                <a:latin typeface="DM Sans"/>
                <a:ea typeface="DM Sans"/>
                <a:cs typeface="DM Sans"/>
                <a:sym typeface="DM Sans"/>
              </a:endParaRPr>
            </a:p>
          </p:txBody>
        </p:sp>
      </p:grpSp>
      <p:sp>
        <p:nvSpPr>
          <p:cNvPr id="323" name="Google Shape;323;p47"/>
          <p:cNvSpPr txBox="1"/>
          <p:nvPr/>
        </p:nvSpPr>
        <p:spPr>
          <a:xfrm>
            <a:off x="95250" y="4114800"/>
            <a:ext cx="7715400" cy="762000"/>
          </a:xfrm>
          <a:prstGeom prst="rect">
            <a:avLst/>
          </a:prstGeom>
          <a:noFill/>
          <a:ln>
            <a:noFill/>
          </a:ln>
        </p:spPr>
        <p:txBody>
          <a:bodyPr anchorCtr="0" anchor="ctr" bIns="95250" lIns="95250" spcFirstLastPara="1" rIns="95250" wrap="square" tIns="95250">
            <a:noAutofit/>
          </a:bodyPr>
          <a:lstStyle/>
          <a:p>
            <a:pPr indent="0" lvl="0" marL="0" rtl="0" algn="l">
              <a:spcBef>
                <a:spcPts val="0"/>
              </a:spcBef>
              <a:spcAft>
                <a:spcPts val="0"/>
              </a:spcAft>
              <a:buNone/>
            </a:pPr>
            <a:r>
              <a:rPr lang="en-US" sz="1020">
                <a:latin typeface="Playfair Display Medium"/>
                <a:ea typeface="Playfair Display Medium"/>
                <a:cs typeface="Playfair Display Medium"/>
                <a:sym typeface="Playfair Display Medium"/>
              </a:rPr>
              <a:t>By mathematically isolating the glottal excitation source from the vocal tract filter via ZFF, we securely calculate pitch gaps without relying on black-box software tools. </a:t>
            </a:r>
            <a:endParaRPr b="0" sz="1020">
              <a:solidFill>
                <a:srgbClr val="000000"/>
              </a:solidFill>
              <a:latin typeface="Playfair Display Medium"/>
              <a:ea typeface="Playfair Display Medium"/>
              <a:cs typeface="Playfair Display Medium"/>
              <a:sym typeface="Playfair Display Medium"/>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pic>
        <p:nvPicPr>
          <p:cNvPr id="328" name="Google Shape;328;p48"/>
          <p:cNvPicPr preferRelativeResize="0"/>
          <p:nvPr/>
        </p:nvPicPr>
        <p:blipFill>
          <a:blip r:embed="rId3">
            <a:alphaModFix/>
          </a:blip>
          <a:stretch>
            <a:fillRect/>
          </a:stretch>
        </p:blipFill>
        <p:spPr>
          <a:xfrm>
            <a:off x="546775" y="152400"/>
            <a:ext cx="8050439" cy="48386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F1"/>
        </a:solidFill>
      </p:bgPr>
    </p:bg>
    <p:spTree>
      <p:nvGrpSpPr>
        <p:cNvPr id="332" name="Shape 332"/>
        <p:cNvGrpSpPr/>
        <p:nvPr/>
      </p:nvGrpSpPr>
      <p:grpSpPr>
        <a:xfrm>
          <a:off x="0" y="0"/>
          <a:ext cx="0" cy="0"/>
          <a:chOff x="0" y="0"/>
          <a:chExt cx="0" cy="0"/>
        </a:xfrm>
      </p:grpSpPr>
      <p:cxnSp>
        <p:nvCxnSpPr>
          <p:cNvPr id="333" name="Google Shape;333;p49"/>
          <p:cNvCxnSpPr/>
          <p:nvPr/>
        </p:nvCxnSpPr>
        <p:spPr>
          <a:xfrm>
            <a:off x="7160762" y="302760"/>
            <a:ext cx="2079000" cy="300"/>
          </a:xfrm>
          <a:prstGeom prst="straightConnector1">
            <a:avLst/>
          </a:prstGeom>
          <a:solidFill>
            <a:srgbClr val="FFFFFF"/>
          </a:solidFill>
          <a:ln cap="flat" cmpd="sng" w="9525">
            <a:solidFill>
              <a:srgbClr val="333333"/>
            </a:solidFill>
            <a:prstDash val="solid"/>
            <a:round/>
            <a:headEnd len="sm" w="sm" type="none"/>
            <a:tailEnd len="sm" w="sm" type="none"/>
          </a:ln>
        </p:spPr>
      </p:cxnSp>
      <p:cxnSp>
        <p:nvCxnSpPr>
          <p:cNvPr id="334" name="Google Shape;334;p49"/>
          <p:cNvCxnSpPr/>
          <p:nvPr/>
        </p:nvCxnSpPr>
        <p:spPr>
          <a:xfrm flipH="1">
            <a:off x="8768510" y="-27954"/>
            <a:ext cx="300" cy="4632000"/>
          </a:xfrm>
          <a:prstGeom prst="straightConnector1">
            <a:avLst/>
          </a:prstGeom>
          <a:solidFill>
            <a:srgbClr val="FFFFFF"/>
          </a:solidFill>
          <a:ln cap="flat" cmpd="sng" w="9525">
            <a:solidFill>
              <a:srgbClr val="333333"/>
            </a:solidFill>
            <a:prstDash val="solid"/>
            <a:round/>
            <a:headEnd len="sm" w="sm" type="none"/>
            <a:tailEnd len="sm" w="sm" type="none"/>
          </a:ln>
        </p:spPr>
      </p:cxnSp>
      <p:sp>
        <p:nvSpPr>
          <p:cNvPr id="335" name="Google Shape;335;p49"/>
          <p:cNvSpPr txBox="1"/>
          <p:nvPr/>
        </p:nvSpPr>
        <p:spPr>
          <a:xfrm>
            <a:off x="133358" y="447575"/>
            <a:ext cx="5600700" cy="673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2800">
                <a:solidFill>
                  <a:srgbClr val="333333"/>
                </a:solidFill>
                <a:latin typeface="Playfair Display Medium"/>
                <a:ea typeface="Playfair Display Medium"/>
                <a:cs typeface="Playfair Display Medium"/>
                <a:sym typeface="Playfair Display Medium"/>
              </a:rPr>
              <a:t>PSMFCC Extraction Pipeline</a:t>
            </a:r>
            <a:endParaRPr b="0" sz="2800">
              <a:solidFill>
                <a:srgbClr val="333333"/>
              </a:solidFill>
              <a:latin typeface="Playfair Display Medium"/>
              <a:ea typeface="Playfair Display Medium"/>
              <a:cs typeface="Playfair Display Medium"/>
              <a:sym typeface="Playfair Display Medium"/>
            </a:endParaRPr>
          </a:p>
        </p:txBody>
      </p:sp>
      <p:grpSp>
        <p:nvGrpSpPr>
          <p:cNvPr id="336" name="Google Shape;336;p49"/>
          <p:cNvGrpSpPr/>
          <p:nvPr/>
        </p:nvGrpSpPr>
        <p:grpSpPr>
          <a:xfrm>
            <a:off x="133351" y="1210967"/>
            <a:ext cx="5310104" cy="449047"/>
            <a:chOff x="714375" y="1095375"/>
            <a:chExt cx="7315200" cy="381000"/>
          </a:xfrm>
        </p:grpSpPr>
        <p:sp>
          <p:nvSpPr>
            <p:cNvPr id="337" name="Google Shape;337;p49"/>
            <p:cNvSpPr/>
            <p:nvPr/>
          </p:nvSpPr>
          <p:spPr>
            <a:xfrm>
              <a:off x="714375" y="1095375"/>
              <a:ext cx="223800" cy="223800"/>
            </a:xfrm>
            <a:prstGeom prst="roundRect">
              <a:avLst>
                <a:gd fmla="val 17021" name="adj"/>
              </a:avLst>
            </a:prstGeom>
            <a:solidFill>
              <a:srgbClr val="0C447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8" name="Google Shape;338;p49"/>
            <p:cNvSpPr txBox="1"/>
            <p:nvPr/>
          </p:nvSpPr>
          <p:spPr>
            <a:xfrm>
              <a:off x="714375" y="1095375"/>
              <a:ext cx="223800" cy="22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FFFFFF"/>
                  </a:solidFill>
                  <a:latin typeface="DM Sans"/>
                  <a:ea typeface="DM Sans"/>
                  <a:cs typeface="DM Sans"/>
                  <a:sym typeface="DM Sans"/>
                </a:rPr>
                <a:t>1</a:t>
              </a:r>
              <a:endParaRPr b="1" sz="1000">
                <a:solidFill>
                  <a:srgbClr val="FFFFFF"/>
                </a:solidFill>
                <a:latin typeface="DM Sans"/>
                <a:ea typeface="DM Sans"/>
                <a:cs typeface="DM Sans"/>
                <a:sym typeface="DM Sans"/>
              </a:endParaRPr>
            </a:p>
          </p:txBody>
        </p:sp>
        <p:sp>
          <p:nvSpPr>
            <p:cNvPr id="339" name="Google Shape;339;p49"/>
            <p:cNvSpPr txBox="1"/>
            <p:nvPr/>
          </p:nvSpPr>
          <p:spPr>
            <a:xfrm>
              <a:off x="1019175" y="1095375"/>
              <a:ext cx="70104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100">
                  <a:solidFill>
                    <a:srgbClr val="333333"/>
                  </a:solidFill>
                  <a:latin typeface="DM Sans Medium"/>
                  <a:ea typeface="DM Sans Medium"/>
                  <a:cs typeface="DM Sans Medium"/>
                  <a:sym typeface="DM Sans Medium"/>
                </a:rPr>
                <a:t>Start with raw speech signal s(n) and preprocessing</a:t>
              </a:r>
              <a:endParaRPr b="0" sz="1100">
                <a:solidFill>
                  <a:srgbClr val="333333"/>
                </a:solidFill>
                <a:latin typeface="DM Sans Medium"/>
                <a:ea typeface="DM Sans Medium"/>
                <a:cs typeface="DM Sans Medium"/>
                <a:sym typeface="DM Sans Medium"/>
              </a:endParaRPr>
            </a:p>
            <a:p>
              <a:pPr indent="0" lvl="0" marL="0" rtl="0" algn="l">
                <a:spcBef>
                  <a:spcPts val="150"/>
                </a:spcBef>
                <a:spcAft>
                  <a:spcPts val="0"/>
                </a:spcAft>
                <a:buNone/>
              </a:pPr>
              <a:r>
                <a:rPr b="0" lang="en-US" sz="1000">
                  <a:solidFill>
                    <a:srgbClr val="666666"/>
                  </a:solidFill>
                  <a:latin typeface="DM Sans"/>
                  <a:ea typeface="DM Sans"/>
                  <a:cs typeface="DM Sans"/>
                  <a:sym typeface="DM Sans"/>
                </a:rPr>
                <a:t>Sampling (8 kHz / 16 kHz in experiments)</a:t>
              </a:r>
              <a:endParaRPr b="0" sz="1000">
                <a:solidFill>
                  <a:srgbClr val="666666"/>
                </a:solidFill>
                <a:latin typeface="DM Sans"/>
                <a:ea typeface="DM Sans"/>
                <a:cs typeface="DM Sans"/>
                <a:sym typeface="DM Sans"/>
              </a:endParaRPr>
            </a:p>
          </p:txBody>
        </p:sp>
      </p:grpSp>
      <p:grpSp>
        <p:nvGrpSpPr>
          <p:cNvPr id="340" name="Google Shape;340;p49"/>
          <p:cNvGrpSpPr/>
          <p:nvPr/>
        </p:nvGrpSpPr>
        <p:grpSpPr>
          <a:xfrm>
            <a:off x="133351" y="1772275"/>
            <a:ext cx="5310104" cy="449047"/>
            <a:chOff x="714375" y="1571625"/>
            <a:chExt cx="7315200" cy="381000"/>
          </a:xfrm>
        </p:grpSpPr>
        <p:sp>
          <p:nvSpPr>
            <p:cNvPr id="341" name="Google Shape;341;p49"/>
            <p:cNvSpPr/>
            <p:nvPr/>
          </p:nvSpPr>
          <p:spPr>
            <a:xfrm>
              <a:off x="714375" y="1571625"/>
              <a:ext cx="223800" cy="223800"/>
            </a:xfrm>
            <a:prstGeom prst="roundRect">
              <a:avLst>
                <a:gd fmla="val 17021" name="adj"/>
              </a:avLst>
            </a:prstGeom>
            <a:solidFill>
              <a:srgbClr val="0C447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2" name="Google Shape;342;p49"/>
            <p:cNvSpPr txBox="1"/>
            <p:nvPr/>
          </p:nvSpPr>
          <p:spPr>
            <a:xfrm>
              <a:off x="714375" y="1571625"/>
              <a:ext cx="223800" cy="22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FFFFFF"/>
                  </a:solidFill>
                  <a:latin typeface="DM Sans"/>
                  <a:ea typeface="DM Sans"/>
                  <a:cs typeface="DM Sans"/>
                  <a:sym typeface="DM Sans"/>
                </a:rPr>
                <a:t>2</a:t>
              </a:r>
              <a:endParaRPr b="1" sz="1000">
                <a:solidFill>
                  <a:srgbClr val="FFFFFF"/>
                </a:solidFill>
                <a:latin typeface="DM Sans"/>
                <a:ea typeface="DM Sans"/>
                <a:cs typeface="DM Sans"/>
                <a:sym typeface="DM Sans"/>
              </a:endParaRPr>
            </a:p>
          </p:txBody>
        </p:sp>
        <p:sp>
          <p:nvSpPr>
            <p:cNvPr id="343" name="Google Shape;343;p49"/>
            <p:cNvSpPr txBox="1"/>
            <p:nvPr/>
          </p:nvSpPr>
          <p:spPr>
            <a:xfrm>
              <a:off x="1019175" y="1571625"/>
              <a:ext cx="70104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100">
                  <a:solidFill>
                    <a:srgbClr val="333333"/>
                  </a:solidFill>
                  <a:latin typeface="DM Sans Medium"/>
                  <a:ea typeface="DM Sans Medium"/>
                  <a:cs typeface="DM Sans Medium"/>
                  <a:sym typeface="DM Sans Medium"/>
                </a:rPr>
                <a:t>Estimate pitch contour of speech</a:t>
              </a:r>
              <a:endParaRPr b="0" sz="1100">
                <a:solidFill>
                  <a:srgbClr val="333333"/>
                </a:solidFill>
                <a:latin typeface="DM Sans Medium"/>
                <a:ea typeface="DM Sans Medium"/>
                <a:cs typeface="DM Sans Medium"/>
                <a:sym typeface="DM Sans Medium"/>
              </a:endParaRPr>
            </a:p>
            <a:p>
              <a:pPr indent="0" lvl="0" marL="0" rtl="0" algn="l">
                <a:spcBef>
                  <a:spcPts val="150"/>
                </a:spcBef>
                <a:spcAft>
                  <a:spcPts val="0"/>
                </a:spcAft>
                <a:buNone/>
              </a:pPr>
              <a:r>
                <a:rPr b="0" lang="en-US" sz="1000">
                  <a:solidFill>
                    <a:srgbClr val="666666"/>
                  </a:solidFill>
                  <a:latin typeface="DM Sans"/>
                  <a:ea typeface="DM Sans"/>
                  <a:cs typeface="DM Sans"/>
                  <a:sym typeface="DM Sans"/>
                </a:rPr>
                <a:t>Identifying fundamental frequency F₀ to anchor the analysis.</a:t>
              </a:r>
              <a:endParaRPr b="0" sz="1000">
                <a:solidFill>
                  <a:srgbClr val="666666"/>
                </a:solidFill>
                <a:latin typeface="DM Sans"/>
                <a:ea typeface="DM Sans"/>
                <a:cs typeface="DM Sans"/>
                <a:sym typeface="DM Sans"/>
              </a:endParaRPr>
            </a:p>
          </p:txBody>
        </p:sp>
      </p:grpSp>
      <p:grpSp>
        <p:nvGrpSpPr>
          <p:cNvPr id="344" name="Google Shape;344;p49"/>
          <p:cNvGrpSpPr/>
          <p:nvPr/>
        </p:nvGrpSpPr>
        <p:grpSpPr>
          <a:xfrm>
            <a:off x="133351" y="2333584"/>
            <a:ext cx="5310104" cy="449047"/>
            <a:chOff x="714375" y="2047875"/>
            <a:chExt cx="7315200" cy="381000"/>
          </a:xfrm>
        </p:grpSpPr>
        <p:sp>
          <p:nvSpPr>
            <p:cNvPr id="345" name="Google Shape;345;p49"/>
            <p:cNvSpPr/>
            <p:nvPr/>
          </p:nvSpPr>
          <p:spPr>
            <a:xfrm>
              <a:off x="714375" y="2047875"/>
              <a:ext cx="223800" cy="223800"/>
            </a:xfrm>
            <a:prstGeom prst="roundRect">
              <a:avLst>
                <a:gd fmla="val 17021" name="adj"/>
              </a:avLst>
            </a:prstGeom>
            <a:solidFill>
              <a:srgbClr val="0C447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6" name="Google Shape;346;p49"/>
            <p:cNvSpPr txBox="1"/>
            <p:nvPr/>
          </p:nvSpPr>
          <p:spPr>
            <a:xfrm>
              <a:off x="714375" y="2047875"/>
              <a:ext cx="223800" cy="22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FFFFFF"/>
                  </a:solidFill>
                  <a:latin typeface="DM Sans"/>
                  <a:ea typeface="DM Sans"/>
                  <a:cs typeface="DM Sans"/>
                  <a:sym typeface="DM Sans"/>
                </a:rPr>
                <a:t>3</a:t>
              </a:r>
              <a:endParaRPr b="1" sz="1000">
                <a:solidFill>
                  <a:srgbClr val="FFFFFF"/>
                </a:solidFill>
                <a:latin typeface="DM Sans"/>
                <a:ea typeface="DM Sans"/>
                <a:cs typeface="DM Sans"/>
                <a:sym typeface="DM Sans"/>
              </a:endParaRPr>
            </a:p>
          </p:txBody>
        </p:sp>
        <p:sp>
          <p:nvSpPr>
            <p:cNvPr id="347" name="Google Shape;347;p49"/>
            <p:cNvSpPr txBox="1"/>
            <p:nvPr/>
          </p:nvSpPr>
          <p:spPr>
            <a:xfrm>
              <a:off x="1019175" y="2047875"/>
              <a:ext cx="70104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100">
                  <a:solidFill>
                    <a:srgbClr val="333333"/>
                  </a:solidFill>
                  <a:latin typeface="DM Sans Medium"/>
                  <a:ea typeface="DM Sans Medium"/>
                  <a:cs typeface="DM Sans Medium"/>
                  <a:sym typeface="DM Sans Medium"/>
                </a:rPr>
                <a:t>Segment signal using pitch periods</a:t>
              </a:r>
              <a:endParaRPr b="0" sz="1100">
                <a:solidFill>
                  <a:srgbClr val="333333"/>
                </a:solidFill>
                <a:latin typeface="DM Sans Medium"/>
                <a:ea typeface="DM Sans Medium"/>
                <a:cs typeface="DM Sans Medium"/>
                <a:sym typeface="DM Sans Medium"/>
              </a:endParaRPr>
            </a:p>
            <a:p>
              <a:pPr indent="0" lvl="0" marL="0" rtl="0" algn="l">
                <a:spcBef>
                  <a:spcPts val="150"/>
                </a:spcBef>
                <a:spcAft>
                  <a:spcPts val="0"/>
                </a:spcAft>
                <a:buNone/>
              </a:pPr>
              <a:r>
                <a:rPr b="0" lang="en-US" sz="1000">
                  <a:solidFill>
                    <a:srgbClr val="666666"/>
                  </a:solidFill>
                  <a:latin typeface="DM Sans"/>
                  <a:ea typeface="DM Sans"/>
                  <a:cs typeface="DM Sans"/>
                  <a:sym typeface="DM Sans"/>
                </a:rPr>
                <a:t>Frame length = integer multiple of pitch period (e.g., 3 × P), Frame shift = 1 pitch period.</a:t>
              </a:r>
              <a:endParaRPr b="0" sz="1000">
                <a:solidFill>
                  <a:srgbClr val="666666"/>
                </a:solidFill>
                <a:latin typeface="DM Sans"/>
                <a:ea typeface="DM Sans"/>
                <a:cs typeface="DM Sans"/>
                <a:sym typeface="DM Sans"/>
              </a:endParaRPr>
            </a:p>
          </p:txBody>
        </p:sp>
      </p:grpSp>
      <p:grpSp>
        <p:nvGrpSpPr>
          <p:cNvPr id="348" name="Google Shape;348;p49"/>
          <p:cNvGrpSpPr/>
          <p:nvPr/>
        </p:nvGrpSpPr>
        <p:grpSpPr>
          <a:xfrm>
            <a:off x="133351" y="2894892"/>
            <a:ext cx="5310104" cy="449047"/>
            <a:chOff x="714375" y="2524125"/>
            <a:chExt cx="7315200" cy="381000"/>
          </a:xfrm>
        </p:grpSpPr>
        <p:sp>
          <p:nvSpPr>
            <p:cNvPr id="349" name="Google Shape;349;p49"/>
            <p:cNvSpPr/>
            <p:nvPr/>
          </p:nvSpPr>
          <p:spPr>
            <a:xfrm>
              <a:off x="714375" y="2524125"/>
              <a:ext cx="223800" cy="223800"/>
            </a:xfrm>
            <a:prstGeom prst="roundRect">
              <a:avLst>
                <a:gd fmla="val 17021" name="adj"/>
              </a:avLst>
            </a:prstGeom>
            <a:solidFill>
              <a:srgbClr val="0C447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0" name="Google Shape;350;p49"/>
            <p:cNvSpPr txBox="1"/>
            <p:nvPr/>
          </p:nvSpPr>
          <p:spPr>
            <a:xfrm>
              <a:off x="714375" y="2524125"/>
              <a:ext cx="223800" cy="22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FFFFFF"/>
                  </a:solidFill>
                  <a:latin typeface="DM Sans"/>
                  <a:ea typeface="DM Sans"/>
                  <a:cs typeface="DM Sans"/>
                  <a:sym typeface="DM Sans"/>
                </a:rPr>
                <a:t>4</a:t>
              </a:r>
              <a:endParaRPr b="1" sz="1000">
                <a:solidFill>
                  <a:srgbClr val="FFFFFF"/>
                </a:solidFill>
                <a:latin typeface="DM Sans"/>
                <a:ea typeface="DM Sans"/>
                <a:cs typeface="DM Sans"/>
                <a:sym typeface="DM Sans"/>
              </a:endParaRPr>
            </a:p>
          </p:txBody>
        </p:sp>
        <p:sp>
          <p:nvSpPr>
            <p:cNvPr id="351" name="Google Shape;351;p49"/>
            <p:cNvSpPr txBox="1"/>
            <p:nvPr/>
          </p:nvSpPr>
          <p:spPr>
            <a:xfrm>
              <a:off x="1019175" y="2524125"/>
              <a:ext cx="70104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100">
                  <a:solidFill>
                    <a:srgbClr val="333333"/>
                  </a:solidFill>
                  <a:latin typeface="DM Sans Medium"/>
                  <a:ea typeface="DM Sans Medium"/>
                  <a:cs typeface="DM Sans Medium"/>
                  <a:sym typeface="DM Sans Medium"/>
                </a:rPr>
                <a:t>Refine boundaries and extract features</a:t>
              </a:r>
              <a:endParaRPr b="0" sz="1100">
                <a:solidFill>
                  <a:srgbClr val="333333"/>
                </a:solidFill>
                <a:latin typeface="DM Sans Medium"/>
                <a:ea typeface="DM Sans Medium"/>
                <a:cs typeface="DM Sans Medium"/>
                <a:sym typeface="DM Sans Medium"/>
              </a:endParaRPr>
            </a:p>
            <a:p>
              <a:pPr indent="0" lvl="0" marL="0" rtl="0" algn="l">
                <a:spcBef>
                  <a:spcPts val="150"/>
                </a:spcBef>
                <a:spcAft>
                  <a:spcPts val="0"/>
                </a:spcAft>
                <a:buNone/>
              </a:pPr>
              <a:r>
                <a:rPr b="0" lang="en-US" sz="1000">
                  <a:solidFill>
                    <a:srgbClr val="666666"/>
                  </a:solidFill>
                  <a:latin typeface="DM Sans"/>
                  <a:ea typeface="DM Sans"/>
                  <a:cs typeface="DM Sans"/>
                  <a:sym typeface="DM Sans"/>
                </a:rPr>
                <a:t>Find minimum energy points near boundaries; focus on periodic (voiced) parts.</a:t>
              </a:r>
              <a:endParaRPr b="0" sz="1000">
                <a:solidFill>
                  <a:srgbClr val="666666"/>
                </a:solidFill>
                <a:latin typeface="DM Sans"/>
                <a:ea typeface="DM Sans"/>
                <a:cs typeface="DM Sans"/>
                <a:sym typeface="DM Sans"/>
              </a:endParaRPr>
            </a:p>
          </p:txBody>
        </p:sp>
      </p:grpSp>
      <p:grpSp>
        <p:nvGrpSpPr>
          <p:cNvPr id="352" name="Google Shape;352;p49"/>
          <p:cNvGrpSpPr/>
          <p:nvPr/>
        </p:nvGrpSpPr>
        <p:grpSpPr>
          <a:xfrm>
            <a:off x="133351" y="3456200"/>
            <a:ext cx="5310104" cy="449047"/>
            <a:chOff x="714375" y="3000375"/>
            <a:chExt cx="7315200" cy="381000"/>
          </a:xfrm>
        </p:grpSpPr>
        <p:sp>
          <p:nvSpPr>
            <p:cNvPr id="353" name="Google Shape;353;p49"/>
            <p:cNvSpPr/>
            <p:nvPr/>
          </p:nvSpPr>
          <p:spPr>
            <a:xfrm>
              <a:off x="714375" y="3000375"/>
              <a:ext cx="223800" cy="223800"/>
            </a:xfrm>
            <a:prstGeom prst="roundRect">
              <a:avLst>
                <a:gd fmla="val 17021" name="adj"/>
              </a:avLst>
            </a:prstGeom>
            <a:solidFill>
              <a:srgbClr val="0C447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4" name="Google Shape;354;p49"/>
            <p:cNvSpPr txBox="1"/>
            <p:nvPr/>
          </p:nvSpPr>
          <p:spPr>
            <a:xfrm>
              <a:off x="714375" y="3000375"/>
              <a:ext cx="223800" cy="22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FFFFFF"/>
                  </a:solidFill>
                  <a:latin typeface="DM Sans"/>
                  <a:ea typeface="DM Sans"/>
                  <a:cs typeface="DM Sans"/>
                  <a:sym typeface="DM Sans"/>
                </a:rPr>
                <a:t>5</a:t>
              </a:r>
              <a:endParaRPr b="1" sz="1000">
                <a:solidFill>
                  <a:srgbClr val="FFFFFF"/>
                </a:solidFill>
                <a:latin typeface="DM Sans"/>
                <a:ea typeface="DM Sans"/>
                <a:cs typeface="DM Sans"/>
                <a:sym typeface="DM Sans"/>
              </a:endParaRPr>
            </a:p>
          </p:txBody>
        </p:sp>
        <p:sp>
          <p:nvSpPr>
            <p:cNvPr id="355" name="Google Shape;355;p49"/>
            <p:cNvSpPr txBox="1"/>
            <p:nvPr/>
          </p:nvSpPr>
          <p:spPr>
            <a:xfrm>
              <a:off x="1019175" y="3000375"/>
              <a:ext cx="70104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100">
                  <a:solidFill>
                    <a:srgbClr val="333333"/>
                  </a:solidFill>
                  <a:latin typeface="DM Sans Medium"/>
                  <a:ea typeface="DM Sans Medium"/>
                  <a:cs typeface="DM Sans Medium"/>
                  <a:sym typeface="DM Sans Medium"/>
                </a:rPr>
                <a:t>Feature Vector Formation &amp; Output</a:t>
              </a:r>
              <a:endParaRPr b="0" sz="1100">
                <a:solidFill>
                  <a:srgbClr val="333333"/>
                </a:solidFill>
                <a:latin typeface="DM Sans Medium"/>
                <a:ea typeface="DM Sans Medium"/>
                <a:cs typeface="DM Sans Medium"/>
                <a:sym typeface="DM Sans Medium"/>
              </a:endParaRPr>
            </a:p>
            <a:p>
              <a:pPr indent="0" lvl="0" marL="0" rtl="0" algn="l">
                <a:spcBef>
                  <a:spcPts val="150"/>
                </a:spcBef>
                <a:spcAft>
                  <a:spcPts val="0"/>
                </a:spcAft>
                <a:buNone/>
              </a:pPr>
              <a:r>
                <a:rPr b="0" lang="en-US" sz="1000">
                  <a:solidFill>
                    <a:srgbClr val="666666"/>
                  </a:solidFill>
                  <a:latin typeface="DM Sans"/>
                  <a:ea typeface="DM Sans"/>
                  <a:cs typeface="DM Sans"/>
                  <a:sym typeface="DM Sans"/>
                </a:rPr>
                <a:t>Apply conventional MFCC steps to extract 12 cepstral coefficients.</a:t>
              </a:r>
              <a:endParaRPr b="0" sz="1000">
                <a:solidFill>
                  <a:srgbClr val="666666"/>
                </a:solidFill>
                <a:latin typeface="DM Sans"/>
                <a:ea typeface="DM Sans"/>
                <a:cs typeface="DM Sans"/>
                <a:sym typeface="DM Sans"/>
              </a:endParaRPr>
            </a:p>
          </p:txBody>
        </p:sp>
      </p:grpSp>
      <p:sp>
        <p:nvSpPr>
          <p:cNvPr id="356" name="Google Shape;356;p49"/>
          <p:cNvSpPr txBox="1"/>
          <p:nvPr/>
        </p:nvSpPr>
        <p:spPr>
          <a:xfrm>
            <a:off x="98300" y="4115350"/>
            <a:ext cx="7715400" cy="762000"/>
          </a:xfrm>
          <a:prstGeom prst="rect">
            <a:avLst/>
          </a:prstGeom>
          <a:solidFill>
            <a:srgbClr val="000000">
              <a:alpha val="0"/>
            </a:srgbClr>
          </a:solidFill>
          <a:ln>
            <a:noFill/>
          </a:ln>
        </p:spPr>
        <p:txBody>
          <a:bodyPr anchorCtr="0" anchor="ctr" bIns="95250" lIns="95250" spcFirstLastPara="1" rIns="95250" wrap="square" tIns="95250">
            <a:noAutofit/>
          </a:bodyPr>
          <a:lstStyle/>
          <a:p>
            <a:pPr indent="0" lvl="0" marL="0" rtl="0" algn="l">
              <a:spcBef>
                <a:spcPts val="0"/>
              </a:spcBef>
              <a:spcAft>
                <a:spcPts val="0"/>
              </a:spcAft>
              <a:buNone/>
            </a:pPr>
            <a:r>
              <a:rPr b="0" lang="en-US" sz="1020">
                <a:solidFill>
                  <a:srgbClr val="000000"/>
                </a:solidFill>
                <a:latin typeface="Playfair Display Medium"/>
                <a:ea typeface="Playfair Display Medium"/>
                <a:cs typeface="Playfair Display Medium"/>
                <a:sym typeface="Playfair Display Medium"/>
              </a:rPr>
              <a:t>The Pitch-Synchronous Mel-Frequency Cepstral Coefficients (PSMFCC) pipeline ensures that feature extraction is locked to the physical periodicity of the voice. By ignoring non-periodic residuals and focusing on minimum energy boundaries, the resulting 12-dimensional feature vector sequence provides a more stable representation of voiced emotional content.</a:t>
            </a:r>
            <a:endParaRPr b="0" sz="1020">
              <a:solidFill>
                <a:srgbClr val="000000"/>
              </a:solidFill>
              <a:latin typeface="Playfair Display Medium"/>
              <a:ea typeface="Playfair Display Medium"/>
              <a:cs typeface="Playfair Display Medium"/>
              <a:sym typeface="Playfair Display Medium"/>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pic>
        <p:nvPicPr>
          <p:cNvPr id="361" name="Google Shape;361;p50"/>
          <p:cNvPicPr preferRelativeResize="0"/>
          <p:nvPr/>
        </p:nvPicPr>
        <p:blipFill>
          <a:blip r:embed="rId3">
            <a:alphaModFix/>
          </a:blip>
          <a:stretch>
            <a:fillRect/>
          </a:stretch>
        </p:blipFill>
        <p:spPr>
          <a:xfrm>
            <a:off x="394550" y="420725"/>
            <a:ext cx="8354907" cy="4838701"/>
          </a:xfrm>
          <a:prstGeom prst="rect">
            <a:avLst/>
          </a:prstGeom>
          <a:noFill/>
          <a:ln>
            <a:noFill/>
          </a:ln>
        </p:spPr>
      </p:pic>
      <p:sp>
        <p:nvSpPr>
          <p:cNvPr id="362" name="Google Shape;362;p50"/>
          <p:cNvSpPr txBox="1"/>
          <p:nvPr/>
        </p:nvSpPr>
        <p:spPr>
          <a:xfrm>
            <a:off x="394550" y="67075"/>
            <a:ext cx="2401500" cy="26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For SAD:</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cxnSp>
        <p:nvCxnSpPr>
          <p:cNvPr id="367" name="Google Shape;367;p51"/>
          <p:cNvCxnSpPr/>
          <p:nvPr/>
        </p:nvCxnSpPr>
        <p:spPr>
          <a:xfrm>
            <a:off x="7160760" y="302760"/>
            <a:ext cx="2079000" cy="300"/>
          </a:xfrm>
          <a:prstGeom prst="straightConnector1">
            <a:avLst/>
          </a:prstGeom>
          <a:noFill/>
          <a:ln cap="flat" cmpd="sng" w="9525">
            <a:solidFill>
              <a:srgbClr val="333333"/>
            </a:solidFill>
            <a:prstDash val="solid"/>
            <a:round/>
            <a:headEnd len="sm" w="sm" type="none"/>
            <a:tailEnd len="sm" w="sm" type="none"/>
          </a:ln>
        </p:spPr>
      </p:cxnSp>
      <p:cxnSp>
        <p:nvCxnSpPr>
          <p:cNvPr id="368" name="Google Shape;368;p51"/>
          <p:cNvCxnSpPr/>
          <p:nvPr/>
        </p:nvCxnSpPr>
        <p:spPr>
          <a:xfrm flipH="1" rot="10800000">
            <a:off x="8768520" y="-27960"/>
            <a:ext cx="300" cy="4632000"/>
          </a:xfrm>
          <a:prstGeom prst="straightConnector1">
            <a:avLst/>
          </a:prstGeom>
          <a:noFill/>
          <a:ln cap="flat" cmpd="sng" w="9525">
            <a:solidFill>
              <a:srgbClr val="333333"/>
            </a:solidFill>
            <a:prstDash val="solid"/>
            <a:round/>
            <a:headEnd len="sm" w="sm" type="none"/>
            <a:tailEnd len="sm" w="sm" type="none"/>
          </a:ln>
        </p:spPr>
      </p:cxnSp>
      <p:sp>
        <p:nvSpPr>
          <p:cNvPr id="369" name="Google Shape;369;p51"/>
          <p:cNvSpPr txBox="1"/>
          <p:nvPr/>
        </p:nvSpPr>
        <p:spPr>
          <a:xfrm>
            <a:off x="838875" y="416550"/>
            <a:ext cx="77154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2800">
                <a:solidFill>
                  <a:srgbClr val="333333"/>
                </a:solidFill>
                <a:latin typeface="Playfair Display Medium"/>
                <a:ea typeface="Playfair Display Medium"/>
                <a:cs typeface="Playfair Display Medium"/>
                <a:sym typeface="Playfair Display Medium"/>
              </a:rPr>
              <a:t>Support Vector Machine</a:t>
            </a:r>
            <a:r>
              <a:rPr lang="en-US" sz="2800">
                <a:solidFill>
                  <a:srgbClr val="333333"/>
                </a:solidFill>
                <a:latin typeface="Playfair Display Medium"/>
                <a:ea typeface="Playfair Display Medium"/>
                <a:cs typeface="Playfair Display Medium"/>
                <a:sym typeface="Playfair Display Medium"/>
              </a:rPr>
              <a:t> for SER</a:t>
            </a:r>
            <a:endParaRPr b="0" sz="2800">
              <a:solidFill>
                <a:srgbClr val="333333"/>
              </a:solidFill>
              <a:latin typeface="Playfair Display Medium"/>
              <a:ea typeface="Playfair Display Medium"/>
              <a:cs typeface="Playfair Display Medium"/>
              <a:sym typeface="Playfair Display Medium"/>
            </a:endParaRPr>
          </a:p>
        </p:txBody>
      </p:sp>
      <p:grpSp>
        <p:nvGrpSpPr>
          <p:cNvPr id="370" name="Google Shape;370;p51"/>
          <p:cNvGrpSpPr/>
          <p:nvPr/>
        </p:nvGrpSpPr>
        <p:grpSpPr>
          <a:xfrm>
            <a:off x="714375" y="1238251"/>
            <a:ext cx="2476500" cy="3073378"/>
            <a:chOff x="714375" y="1238250"/>
            <a:chExt cx="2476500" cy="2952900"/>
          </a:xfrm>
        </p:grpSpPr>
        <p:sp>
          <p:nvSpPr>
            <p:cNvPr id="371" name="Google Shape;371;p51"/>
            <p:cNvSpPr/>
            <p:nvPr/>
          </p:nvSpPr>
          <p:spPr>
            <a:xfrm>
              <a:off x="714375" y="1238250"/>
              <a:ext cx="2476500" cy="2952900"/>
            </a:xfrm>
            <a:prstGeom prst="roundRect">
              <a:avLst>
                <a:gd fmla="val 3076" name="adj"/>
              </a:avLst>
            </a:prstGeom>
            <a:solidFill>
              <a:srgbClr val="E6F1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2" name="Google Shape;372;p51"/>
            <p:cNvSpPr txBox="1"/>
            <p:nvPr/>
          </p:nvSpPr>
          <p:spPr>
            <a:xfrm>
              <a:off x="809625" y="1333500"/>
              <a:ext cx="2286000" cy="276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0C447C"/>
                  </a:solidFill>
                  <a:latin typeface="DM Sans"/>
                  <a:ea typeface="DM Sans"/>
                  <a:cs typeface="DM Sans"/>
                  <a:sym typeface="DM Sans"/>
                </a:rPr>
                <a:t>What SVM receives</a:t>
              </a:r>
              <a:endParaRPr b="1" sz="1100">
                <a:solidFill>
                  <a:srgbClr val="0C447C"/>
                </a:solidFill>
                <a:latin typeface="DM Sans"/>
                <a:ea typeface="DM Sans"/>
                <a:cs typeface="DM Sans"/>
                <a:sym typeface="DM Sans"/>
              </a:endParaRPr>
            </a:p>
            <a:p>
              <a:pPr indent="-298450" lvl="0" marL="457200" rtl="0" algn="l">
                <a:spcBef>
                  <a:spcPts val="750"/>
                </a:spcBef>
                <a:spcAft>
                  <a:spcPts val="0"/>
                </a:spcAft>
                <a:buClr>
                  <a:srgbClr val="333333"/>
                </a:buClr>
                <a:buSzPts val="1100"/>
                <a:buFont typeface="DM Sans"/>
                <a:buChar char="●"/>
              </a:pPr>
              <a:r>
                <a:rPr b="0" lang="en-US" sz="1100">
                  <a:solidFill>
                    <a:srgbClr val="333333"/>
                  </a:solidFill>
                  <a:latin typeface="DM Sans"/>
                  <a:ea typeface="DM Sans"/>
                  <a:cs typeface="DM Sans"/>
                  <a:sym typeface="DM Sans"/>
                </a:rPr>
                <a:t>Flattened fixed-length vector</a:t>
              </a:r>
              <a:endParaRPr b="0" sz="1100">
                <a:solidFill>
                  <a:srgbClr val="333333"/>
                </a:solidFill>
                <a:latin typeface="DM Sans"/>
                <a:ea typeface="DM Sans"/>
                <a:cs typeface="DM Sans"/>
                <a:sym typeface="DM Sans"/>
              </a:endParaRPr>
            </a:p>
            <a:p>
              <a:pPr indent="-298450" lvl="0" marL="457200" rtl="0" algn="l">
                <a:spcBef>
                  <a:spcPts val="600"/>
                </a:spcBef>
                <a:spcAft>
                  <a:spcPts val="0"/>
                </a:spcAft>
                <a:buClr>
                  <a:srgbClr val="333333"/>
                </a:buClr>
                <a:buSzPts val="1100"/>
                <a:buFont typeface="DM Sans"/>
                <a:buChar char="●"/>
              </a:pPr>
              <a:r>
                <a:rPr b="0" lang="en-US" sz="1100">
                  <a:solidFill>
                    <a:srgbClr val="333333"/>
                  </a:solidFill>
                  <a:latin typeface="DM Sans"/>
                  <a:ea typeface="DM Sans"/>
                  <a:cs typeface="DM Sans"/>
                  <a:sym typeface="DM Sans"/>
                </a:rPr>
                <a:t>5,200 dims (MFCCs) + vowel + pitch</a:t>
              </a:r>
              <a:endParaRPr b="0" sz="1100">
                <a:solidFill>
                  <a:srgbClr val="333333"/>
                </a:solidFill>
                <a:latin typeface="DM Sans"/>
                <a:ea typeface="DM Sans"/>
                <a:cs typeface="DM Sans"/>
                <a:sym typeface="DM Sans"/>
              </a:endParaRPr>
            </a:p>
            <a:p>
              <a:pPr indent="-298450" lvl="0" marL="457200" rtl="0" algn="l">
                <a:spcBef>
                  <a:spcPts val="600"/>
                </a:spcBef>
                <a:spcAft>
                  <a:spcPts val="0"/>
                </a:spcAft>
                <a:buClr>
                  <a:srgbClr val="333333"/>
                </a:buClr>
                <a:buSzPts val="1100"/>
                <a:buFont typeface="DM Sans"/>
                <a:buChar char="●"/>
              </a:pPr>
              <a:r>
                <a:rPr b="0" lang="en-US" sz="1100">
                  <a:solidFill>
                    <a:srgbClr val="333333"/>
                  </a:solidFill>
                  <a:latin typeface="DM Sans"/>
                  <a:ea typeface="DM Sans"/>
                  <a:cs typeface="DM Sans"/>
                  <a:sym typeface="DM Sans"/>
                </a:rPr>
                <a:t>Vowel-region features: </a:t>
              </a:r>
              <a:r>
                <a:rPr lang="en-US" sz="1100">
                  <a:solidFill>
                    <a:srgbClr val="333333"/>
                  </a:solidFill>
                  <a:latin typeface="DM Sans"/>
                  <a:ea typeface="DM Sans"/>
                  <a:cs typeface="DM Sans"/>
                  <a:sym typeface="DM Sans"/>
                </a:rPr>
                <a:t>RMS + ZCR based detection</a:t>
              </a:r>
              <a:endParaRPr b="0" sz="1100">
                <a:solidFill>
                  <a:srgbClr val="333333"/>
                </a:solidFill>
                <a:latin typeface="DM Sans"/>
                <a:ea typeface="DM Sans"/>
                <a:cs typeface="DM Sans"/>
                <a:sym typeface="DM Sans"/>
              </a:endParaRPr>
            </a:p>
            <a:p>
              <a:pPr indent="-298450" lvl="0" marL="457200" rtl="0" algn="l">
                <a:spcBef>
                  <a:spcPts val="600"/>
                </a:spcBef>
                <a:spcAft>
                  <a:spcPts val="600"/>
                </a:spcAft>
                <a:buClr>
                  <a:srgbClr val="333333"/>
                </a:buClr>
                <a:buSzPts val="1100"/>
                <a:buFont typeface="DM Sans"/>
                <a:buChar char="●"/>
              </a:pPr>
              <a:r>
                <a:rPr lang="en-US" sz="1100">
                  <a:solidFill>
                    <a:srgbClr val="333333"/>
                  </a:solidFill>
                  <a:latin typeface="DM Sans"/>
                  <a:ea typeface="DM Sans"/>
                  <a:cs typeface="DM Sans"/>
                  <a:sym typeface="DM Sans"/>
                </a:rPr>
                <a:t>epoch detection for pitch synchronous</a:t>
              </a:r>
              <a:endParaRPr b="0" sz="1100">
                <a:solidFill>
                  <a:srgbClr val="333333"/>
                </a:solidFill>
                <a:latin typeface="DM Sans"/>
                <a:ea typeface="DM Sans"/>
                <a:cs typeface="DM Sans"/>
                <a:sym typeface="DM Sans"/>
              </a:endParaRPr>
            </a:p>
          </p:txBody>
        </p:sp>
      </p:grpSp>
      <p:grpSp>
        <p:nvGrpSpPr>
          <p:cNvPr id="373" name="Google Shape;373;p51"/>
          <p:cNvGrpSpPr/>
          <p:nvPr/>
        </p:nvGrpSpPr>
        <p:grpSpPr>
          <a:xfrm>
            <a:off x="3333750" y="1238251"/>
            <a:ext cx="2476500" cy="3073378"/>
            <a:chOff x="3333750" y="1238250"/>
            <a:chExt cx="2476500" cy="2952900"/>
          </a:xfrm>
        </p:grpSpPr>
        <p:sp>
          <p:nvSpPr>
            <p:cNvPr id="374" name="Google Shape;374;p51"/>
            <p:cNvSpPr/>
            <p:nvPr/>
          </p:nvSpPr>
          <p:spPr>
            <a:xfrm>
              <a:off x="3333750" y="1238250"/>
              <a:ext cx="2476500" cy="2952900"/>
            </a:xfrm>
            <a:prstGeom prst="roundRect">
              <a:avLst>
                <a:gd fmla="val 3076" name="adj"/>
              </a:avLst>
            </a:prstGeom>
            <a:solidFill>
              <a:srgbClr val="EAF3D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5" name="Google Shape;375;p51"/>
            <p:cNvSpPr txBox="1"/>
            <p:nvPr/>
          </p:nvSpPr>
          <p:spPr>
            <a:xfrm>
              <a:off x="3429000" y="1333500"/>
              <a:ext cx="2286000" cy="276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7500A"/>
                  </a:solidFill>
                  <a:latin typeface="DM Sans"/>
                  <a:ea typeface="DM Sans"/>
                  <a:cs typeface="DM Sans"/>
                  <a:sym typeface="DM Sans"/>
                </a:rPr>
                <a:t>Pipeline Details</a:t>
              </a:r>
              <a:endParaRPr b="1" sz="1100">
                <a:solidFill>
                  <a:srgbClr val="27500A"/>
                </a:solidFill>
                <a:latin typeface="DM Sans"/>
                <a:ea typeface="DM Sans"/>
                <a:cs typeface="DM Sans"/>
                <a:sym typeface="DM Sans"/>
              </a:endParaRPr>
            </a:p>
            <a:p>
              <a:pPr indent="-298450" lvl="0" marL="457200" rtl="0" algn="l">
                <a:spcBef>
                  <a:spcPts val="750"/>
                </a:spcBef>
                <a:spcAft>
                  <a:spcPts val="0"/>
                </a:spcAft>
                <a:buClr>
                  <a:srgbClr val="333333"/>
                </a:buClr>
                <a:buSzPts val="1100"/>
                <a:buFont typeface="DM Sans"/>
                <a:buChar char="●"/>
              </a:pPr>
              <a:r>
                <a:rPr b="1" lang="en-US" sz="1100">
                  <a:solidFill>
                    <a:srgbClr val="333333"/>
                  </a:solidFill>
                  <a:latin typeface="DM Sans"/>
                  <a:ea typeface="DM Sans"/>
                  <a:cs typeface="DM Sans"/>
                  <a:sym typeface="DM Sans"/>
                </a:rPr>
                <a:t>Feature Aggregation:</a:t>
              </a:r>
              <a:r>
                <a:rPr b="0" lang="en-US" sz="1100">
                  <a:solidFill>
                    <a:srgbClr val="333333"/>
                  </a:solidFill>
                  <a:latin typeface="DM Sans"/>
                  <a:ea typeface="DM Sans"/>
                  <a:cs typeface="DM Sans"/>
                  <a:sym typeface="DM Sans"/>
                </a:rPr>
                <a:t> Convert frame-level → single vector</a:t>
              </a:r>
              <a:endParaRPr b="0" sz="1100">
                <a:solidFill>
                  <a:srgbClr val="333333"/>
                </a:solidFill>
                <a:latin typeface="DM Sans"/>
                <a:ea typeface="DM Sans"/>
                <a:cs typeface="DM Sans"/>
                <a:sym typeface="DM Sans"/>
              </a:endParaRPr>
            </a:p>
            <a:p>
              <a:pPr indent="-298450" lvl="0" marL="457200" rtl="0" algn="l">
                <a:spcBef>
                  <a:spcPts val="600"/>
                </a:spcBef>
                <a:spcAft>
                  <a:spcPts val="0"/>
                </a:spcAft>
                <a:buClr>
                  <a:srgbClr val="333333"/>
                </a:buClr>
                <a:buSzPts val="1100"/>
                <a:buFont typeface="DM Sans"/>
                <a:buChar char="●"/>
              </a:pPr>
              <a:r>
                <a:rPr b="1" lang="en-US" sz="1100">
                  <a:solidFill>
                    <a:srgbClr val="333333"/>
                  </a:solidFill>
                  <a:latin typeface="DM Sans"/>
                  <a:ea typeface="DM Sans"/>
                  <a:cs typeface="DM Sans"/>
                  <a:sym typeface="DM Sans"/>
                </a:rPr>
                <a:t>Scaling:</a:t>
              </a:r>
              <a:r>
                <a:rPr b="0" lang="en-US" sz="1100">
                  <a:solidFill>
                    <a:srgbClr val="333333"/>
                  </a:solidFill>
                  <a:latin typeface="DM Sans"/>
                  <a:ea typeface="DM Sans"/>
                  <a:cs typeface="DM Sans"/>
                  <a:sym typeface="DM Sans"/>
                </a:rPr>
                <a:t> Standardization (Z-score)</a:t>
              </a:r>
              <a:endParaRPr b="0" sz="1100">
                <a:solidFill>
                  <a:srgbClr val="333333"/>
                </a:solidFill>
                <a:latin typeface="DM Sans"/>
                <a:ea typeface="DM Sans"/>
                <a:cs typeface="DM Sans"/>
                <a:sym typeface="DM Sans"/>
              </a:endParaRPr>
            </a:p>
            <a:p>
              <a:pPr indent="-298450" lvl="0" marL="457200" rtl="0" algn="l">
                <a:spcBef>
                  <a:spcPts val="600"/>
                </a:spcBef>
                <a:spcAft>
                  <a:spcPts val="0"/>
                </a:spcAft>
                <a:buClr>
                  <a:srgbClr val="333333"/>
                </a:buClr>
                <a:buSzPts val="1100"/>
                <a:buFont typeface="DM Sans"/>
                <a:buChar char="●"/>
              </a:pPr>
              <a:r>
                <a:rPr b="1" lang="en-US" sz="1100">
                  <a:solidFill>
                    <a:srgbClr val="333333"/>
                  </a:solidFill>
                  <a:latin typeface="DM Sans"/>
                  <a:ea typeface="DM Sans"/>
                  <a:cs typeface="DM Sans"/>
                  <a:sym typeface="DM Sans"/>
                </a:rPr>
                <a:t>Kernel:</a:t>
              </a:r>
              <a:r>
                <a:rPr b="0" lang="en-US" sz="1100">
                  <a:solidFill>
                    <a:srgbClr val="333333"/>
                  </a:solidFill>
                  <a:latin typeface="DM Sans"/>
                  <a:ea typeface="DM Sans"/>
                  <a:cs typeface="DM Sans"/>
                  <a:sym typeface="DM Sans"/>
                </a:rPr>
                <a:t> RBF (Radial Basis Function)</a:t>
              </a:r>
              <a:endParaRPr b="0" sz="1100">
                <a:solidFill>
                  <a:srgbClr val="333333"/>
                </a:solidFill>
                <a:latin typeface="DM Sans"/>
                <a:ea typeface="DM Sans"/>
                <a:cs typeface="DM Sans"/>
                <a:sym typeface="DM Sans"/>
              </a:endParaRPr>
            </a:p>
            <a:p>
              <a:pPr indent="-298450" lvl="0" marL="457200" rtl="0" algn="l">
                <a:spcBef>
                  <a:spcPts val="600"/>
                </a:spcBef>
                <a:spcAft>
                  <a:spcPts val="600"/>
                </a:spcAft>
                <a:buClr>
                  <a:srgbClr val="333333"/>
                </a:buClr>
                <a:buSzPts val="1100"/>
                <a:buFont typeface="DM Sans"/>
                <a:buChar char="●"/>
              </a:pPr>
              <a:r>
                <a:rPr b="0" lang="en-US" sz="1100">
                  <a:solidFill>
                    <a:srgbClr val="333333"/>
                  </a:solidFill>
                  <a:latin typeface="DM Sans"/>
                  <a:ea typeface="DM Sans"/>
                  <a:cs typeface="DM Sans"/>
                  <a:sym typeface="DM Sans"/>
                </a:rPr>
                <a:t>Handles non-linear emotion boundaries</a:t>
              </a:r>
              <a:endParaRPr b="0" sz="1100">
                <a:solidFill>
                  <a:srgbClr val="333333"/>
                </a:solidFill>
                <a:latin typeface="DM Sans"/>
                <a:ea typeface="DM Sans"/>
                <a:cs typeface="DM Sans"/>
                <a:sym typeface="DM Sans"/>
              </a:endParaRPr>
            </a:p>
          </p:txBody>
        </p:sp>
      </p:grpSp>
      <p:grpSp>
        <p:nvGrpSpPr>
          <p:cNvPr id="376" name="Google Shape;376;p51"/>
          <p:cNvGrpSpPr/>
          <p:nvPr/>
        </p:nvGrpSpPr>
        <p:grpSpPr>
          <a:xfrm>
            <a:off x="5953125" y="1238199"/>
            <a:ext cx="2476500" cy="3073378"/>
            <a:chOff x="5953125" y="1238250"/>
            <a:chExt cx="2476500" cy="2952900"/>
          </a:xfrm>
        </p:grpSpPr>
        <p:sp>
          <p:nvSpPr>
            <p:cNvPr id="377" name="Google Shape;377;p51"/>
            <p:cNvSpPr/>
            <p:nvPr/>
          </p:nvSpPr>
          <p:spPr>
            <a:xfrm>
              <a:off x="5953125" y="1238250"/>
              <a:ext cx="2476500" cy="2952900"/>
            </a:xfrm>
            <a:prstGeom prst="roundRect">
              <a:avLst>
                <a:gd fmla="val 3076" name="adj"/>
              </a:avLst>
            </a:prstGeom>
            <a:solidFill>
              <a:srgbClr val="FCEB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8" name="Google Shape;378;p51"/>
            <p:cNvSpPr txBox="1"/>
            <p:nvPr/>
          </p:nvSpPr>
          <p:spPr>
            <a:xfrm>
              <a:off x="6048375" y="1333500"/>
              <a:ext cx="2286000" cy="276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A32D2D"/>
                  </a:solidFill>
                  <a:latin typeface="DM Sans"/>
                  <a:ea typeface="DM Sans"/>
                  <a:cs typeface="DM Sans"/>
                  <a:sym typeface="DM Sans"/>
                </a:rPr>
                <a:t>Characteristics</a:t>
              </a:r>
              <a:br>
                <a:rPr b="1" lang="en-US" sz="1100">
                  <a:solidFill>
                    <a:srgbClr val="A32D2D"/>
                  </a:solidFill>
                  <a:latin typeface="DM Sans"/>
                  <a:ea typeface="DM Sans"/>
                  <a:cs typeface="DM Sans"/>
                  <a:sym typeface="DM Sans"/>
                </a:rPr>
              </a:br>
              <a:r>
                <a:rPr b="1" lang="en-US" sz="1100">
                  <a:solidFill>
                    <a:srgbClr val="27500A"/>
                  </a:solidFill>
                  <a:latin typeface="DM Sans"/>
                  <a:ea typeface="DM Sans"/>
                  <a:cs typeface="DM Sans"/>
                  <a:sym typeface="DM Sans"/>
                </a:rPr>
                <a:t>Advantage:</a:t>
              </a:r>
              <a:r>
                <a:rPr b="0" lang="en-US" sz="1100">
                  <a:solidFill>
                    <a:srgbClr val="333333"/>
                  </a:solidFill>
                  <a:latin typeface="DM Sans"/>
                  <a:ea typeface="DM Sans"/>
                  <a:cs typeface="DM Sans"/>
                  <a:sym typeface="DM Sans"/>
                </a:rPr>
                <a:t> </a:t>
              </a:r>
              <a:endParaRPr b="0" sz="1100">
                <a:solidFill>
                  <a:srgbClr val="333333"/>
                </a:solidFill>
                <a:latin typeface="DM Sans"/>
                <a:ea typeface="DM Sans"/>
                <a:cs typeface="DM Sans"/>
                <a:sym typeface="DM Sans"/>
              </a:endParaRPr>
            </a:p>
            <a:p>
              <a:pPr indent="-298450" lvl="0" marL="457200" rtl="0" algn="l">
                <a:spcBef>
                  <a:spcPts val="750"/>
                </a:spcBef>
                <a:spcAft>
                  <a:spcPts val="0"/>
                </a:spcAft>
                <a:buClr>
                  <a:srgbClr val="333333"/>
                </a:buClr>
                <a:buSzPts val="1100"/>
                <a:buFont typeface="DM Sans"/>
                <a:buChar char="●"/>
              </a:pPr>
              <a:r>
                <a:rPr b="0" lang="en-US" sz="1100">
                  <a:solidFill>
                    <a:srgbClr val="333333"/>
                  </a:solidFill>
                  <a:latin typeface="DM Sans"/>
                  <a:ea typeface="DM Sans"/>
                  <a:cs typeface="DM Sans"/>
                  <a:sym typeface="DM Sans"/>
                </a:rPr>
                <a:t>Excellent on small datasets &amp; robust to noise</a:t>
              </a:r>
              <a:endParaRPr b="0" sz="1100">
                <a:solidFill>
                  <a:srgbClr val="333333"/>
                </a:solidFill>
                <a:latin typeface="DM Sans"/>
                <a:ea typeface="DM Sans"/>
                <a:cs typeface="DM Sans"/>
                <a:sym typeface="DM Sans"/>
              </a:endParaRPr>
            </a:p>
            <a:p>
              <a:pPr indent="-298450" lvl="0" marL="457200" rtl="0" algn="l">
                <a:spcBef>
                  <a:spcPts val="600"/>
                </a:spcBef>
                <a:spcAft>
                  <a:spcPts val="0"/>
                </a:spcAft>
                <a:buClr>
                  <a:schemeClr val="dk1"/>
                </a:buClr>
                <a:buSzPts val="1100"/>
                <a:buFont typeface="DM Sans"/>
                <a:buChar char="●"/>
              </a:pPr>
              <a:r>
                <a:rPr lang="en-US" sz="1100">
                  <a:solidFill>
                    <a:schemeClr val="dk1"/>
                  </a:solidFill>
                  <a:latin typeface="DM Sans"/>
                  <a:ea typeface="DM Sans"/>
                  <a:cs typeface="DM Sans"/>
                  <a:sym typeface="DM Sans"/>
                </a:rPr>
                <a:t>Works Well in High-Dimensional Space</a:t>
              </a:r>
              <a:endParaRPr sz="1100">
                <a:solidFill>
                  <a:schemeClr val="dk1"/>
                </a:solidFill>
                <a:latin typeface="DM Sans"/>
                <a:ea typeface="DM Sans"/>
                <a:cs typeface="DM Sans"/>
                <a:sym typeface="DM Sans"/>
              </a:endParaRPr>
            </a:p>
            <a:p>
              <a:pPr indent="-298450" lvl="0" marL="457200" rtl="0" algn="l">
                <a:spcBef>
                  <a:spcPts val="600"/>
                </a:spcBef>
                <a:spcAft>
                  <a:spcPts val="0"/>
                </a:spcAft>
                <a:buClr>
                  <a:schemeClr val="dk1"/>
                </a:buClr>
                <a:buSzPts val="1100"/>
                <a:buFont typeface="DM Sans"/>
                <a:buChar char="●"/>
              </a:pPr>
              <a:r>
                <a:rPr lang="en-US" sz="1100">
                  <a:solidFill>
                    <a:schemeClr val="dk1"/>
                  </a:solidFill>
                  <a:latin typeface="DM Sans"/>
                  <a:ea typeface="DM Sans"/>
                  <a:cs typeface="DM Sans"/>
                  <a:sym typeface="DM Sans"/>
                </a:rPr>
                <a:t>Non-linear Emotion Boundaries</a:t>
              </a:r>
              <a:endParaRPr sz="1100">
                <a:solidFill>
                  <a:srgbClr val="333333"/>
                </a:solidFill>
                <a:latin typeface="DM Sans"/>
                <a:ea typeface="DM Sans"/>
                <a:cs typeface="DM Sans"/>
                <a:sym typeface="DM Sans"/>
              </a:endParaRPr>
            </a:p>
            <a:p>
              <a:pPr indent="0" lvl="0" marL="0" rtl="0" algn="l">
                <a:spcBef>
                  <a:spcPts val="0"/>
                </a:spcBef>
                <a:spcAft>
                  <a:spcPts val="0"/>
                </a:spcAft>
                <a:buNone/>
              </a:pPr>
              <a:r>
                <a:rPr b="1" lang="en-US" sz="1100">
                  <a:solidFill>
                    <a:srgbClr val="A32D2D"/>
                  </a:solidFill>
                  <a:latin typeface="DM Sans"/>
                  <a:ea typeface="DM Sans"/>
                  <a:cs typeface="DM Sans"/>
                  <a:sym typeface="DM Sans"/>
                </a:rPr>
                <a:t>Limitation:</a:t>
              </a:r>
              <a:r>
                <a:rPr b="0" lang="en-US" sz="1100">
                  <a:solidFill>
                    <a:srgbClr val="333333"/>
                  </a:solidFill>
                  <a:latin typeface="DM Sans"/>
                  <a:ea typeface="DM Sans"/>
                  <a:cs typeface="DM Sans"/>
                  <a:sym typeface="DM Sans"/>
                </a:rPr>
                <a:t> </a:t>
              </a:r>
              <a:endParaRPr b="0" sz="1100">
                <a:solidFill>
                  <a:srgbClr val="333333"/>
                </a:solidFill>
                <a:latin typeface="DM Sans"/>
                <a:ea typeface="DM Sans"/>
                <a:cs typeface="DM Sans"/>
                <a:sym typeface="DM Sans"/>
              </a:endParaRPr>
            </a:p>
            <a:p>
              <a:pPr indent="-298450" lvl="0" marL="457200" rtl="0" algn="l">
                <a:spcBef>
                  <a:spcPts val="600"/>
                </a:spcBef>
                <a:spcAft>
                  <a:spcPts val="0"/>
                </a:spcAft>
                <a:buClr>
                  <a:srgbClr val="333333"/>
                </a:buClr>
                <a:buSzPts val="1100"/>
                <a:buFont typeface="DM Sans"/>
                <a:buChar char="●"/>
              </a:pPr>
              <a:r>
                <a:rPr b="0" lang="en-US" sz="1100">
                  <a:solidFill>
                    <a:srgbClr val="333333"/>
                  </a:solidFill>
                  <a:latin typeface="DM Sans"/>
                  <a:ea typeface="DM Sans"/>
                  <a:cs typeface="DM Sans"/>
                  <a:sym typeface="DM Sans"/>
                </a:rPr>
                <a:t>Loses all temporal order</a:t>
              </a:r>
              <a:endParaRPr b="0" sz="1100">
                <a:solidFill>
                  <a:srgbClr val="333333"/>
                </a:solidFill>
                <a:latin typeface="DM Sans"/>
                <a:ea typeface="DM Sans"/>
                <a:cs typeface="DM Sans"/>
                <a:sym typeface="DM Sans"/>
              </a:endParaRPr>
            </a:p>
            <a:p>
              <a:pPr indent="-298450" lvl="0" marL="457200" rtl="0" algn="l">
                <a:spcBef>
                  <a:spcPts val="600"/>
                </a:spcBef>
                <a:spcAft>
                  <a:spcPts val="0"/>
                </a:spcAft>
                <a:buClr>
                  <a:srgbClr val="333333"/>
                </a:buClr>
                <a:buSzPts val="1100"/>
                <a:buFont typeface="DM Sans"/>
                <a:buChar char="●"/>
              </a:pPr>
              <a:r>
                <a:rPr b="0" lang="en-US" sz="1100">
                  <a:solidFill>
                    <a:srgbClr val="333333"/>
                  </a:solidFill>
                  <a:latin typeface="DM Sans"/>
                  <a:ea typeface="DM Sans"/>
                  <a:cs typeface="DM Sans"/>
                  <a:sym typeface="DM Sans"/>
                </a:rPr>
                <a:t>Cannot model inter-frame dependencies</a:t>
              </a:r>
              <a:endParaRPr b="0" sz="1100">
                <a:solidFill>
                  <a:srgbClr val="333333"/>
                </a:solidFill>
                <a:latin typeface="DM Sans"/>
                <a:ea typeface="DM Sans"/>
                <a:cs typeface="DM Sans"/>
                <a:sym typeface="DM Sans"/>
              </a:endParaRPr>
            </a:p>
            <a:p>
              <a:pPr indent="-298450" lvl="0" marL="457200" rtl="0" algn="l">
                <a:spcBef>
                  <a:spcPts val="600"/>
                </a:spcBef>
                <a:spcAft>
                  <a:spcPts val="0"/>
                </a:spcAft>
                <a:buClr>
                  <a:schemeClr val="dk1"/>
                </a:buClr>
                <a:buSzPts val="1100"/>
                <a:buFont typeface="DM Sans"/>
                <a:buChar char="●"/>
              </a:pPr>
              <a:r>
                <a:rPr lang="en-US" sz="1100">
                  <a:solidFill>
                    <a:schemeClr val="dk1"/>
                  </a:solidFill>
                  <a:latin typeface="DM Sans"/>
                  <a:ea typeface="DM Sans"/>
                  <a:cs typeface="DM Sans"/>
                  <a:sym typeface="DM Sans"/>
                </a:rPr>
                <a:t>Manual feature engineering required</a:t>
              </a:r>
              <a:endParaRPr sz="1100">
                <a:solidFill>
                  <a:schemeClr val="dk1"/>
                </a:solidFill>
                <a:latin typeface="DM Sans"/>
                <a:ea typeface="DM Sans"/>
                <a:cs typeface="DM Sans"/>
                <a:sym typeface="DM Sans"/>
              </a:endParaRPr>
            </a:p>
            <a:p>
              <a:pPr indent="0" lvl="0" marL="0" rtl="0" algn="l">
                <a:spcBef>
                  <a:spcPts val="600"/>
                </a:spcBef>
                <a:spcAft>
                  <a:spcPts val="0"/>
                </a:spcAft>
                <a:buNone/>
              </a:pPr>
              <a:r>
                <a:t/>
              </a:r>
              <a:endParaRPr sz="1100">
                <a:solidFill>
                  <a:srgbClr val="333333"/>
                </a:solidFill>
                <a:latin typeface="DM Sans"/>
                <a:ea typeface="DM Sans"/>
                <a:cs typeface="DM Sans"/>
                <a:sym typeface="DM Sans"/>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52"/>
          <p:cNvSpPr/>
          <p:nvPr/>
        </p:nvSpPr>
        <p:spPr>
          <a:xfrm>
            <a:off x="6534000" y="3914640"/>
            <a:ext cx="1895100" cy="437700"/>
          </a:xfrm>
          <a:prstGeom prst="rect">
            <a:avLst/>
          </a:prstGeom>
          <a:noFill/>
          <a:ln>
            <a:noFill/>
          </a:ln>
        </p:spPr>
        <p:txBody>
          <a:bodyPr anchorCtr="0" anchor="t" bIns="218875" lIns="870823075" spcFirstLastPara="1" rIns="870823075" wrap="square" tIns="218875">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84" name="Google Shape;384;p52"/>
          <p:cNvSpPr/>
          <p:nvPr/>
        </p:nvSpPr>
        <p:spPr>
          <a:xfrm>
            <a:off x="4619520" y="4324320"/>
            <a:ext cx="3809400" cy="294900"/>
          </a:xfrm>
          <a:prstGeom prst="rect">
            <a:avLst/>
          </a:prstGeom>
          <a:noFill/>
          <a:ln>
            <a:noFill/>
          </a:ln>
        </p:spPr>
        <p:txBody>
          <a:bodyPr anchorCtr="0" anchor="t" bIns="147600" lIns="870823075" spcFirstLastPara="1" rIns="870823075" wrap="square" tIns="1476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85" name="Google Shape;385;p52"/>
          <p:cNvSpPr/>
          <p:nvPr/>
        </p:nvSpPr>
        <p:spPr>
          <a:xfrm>
            <a:off x="4657680" y="542880"/>
            <a:ext cx="3771600" cy="266400"/>
          </a:xfrm>
          <a:prstGeom prst="rect">
            <a:avLst/>
          </a:prstGeom>
          <a:noFill/>
          <a:ln>
            <a:noFill/>
          </a:ln>
        </p:spPr>
        <p:txBody>
          <a:bodyPr anchorCtr="0" anchor="t" bIns="133200" lIns="870823075" spcFirstLastPara="1" rIns="870823075" wrap="square" tIns="1332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86" name="Google Shape;386;p52"/>
          <p:cNvSpPr/>
          <p:nvPr/>
        </p:nvSpPr>
        <p:spPr>
          <a:xfrm>
            <a:off x="4657680" y="838080"/>
            <a:ext cx="3771600" cy="266400"/>
          </a:xfrm>
          <a:prstGeom prst="rect">
            <a:avLst/>
          </a:prstGeom>
          <a:noFill/>
          <a:ln>
            <a:noFill/>
          </a:ln>
        </p:spPr>
        <p:txBody>
          <a:bodyPr anchorCtr="0" anchor="t" bIns="133200" lIns="870823075" spcFirstLastPara="1" rIns="870823075" wrap="square" tIns="1332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87" name="Google Shape;387;p52"/>
          <p:cNvSpPr/>
          <p:nvPr/>
        </p:nvSpPr>
        <p:spPr>
          <a:xfrm>
            <a:off x="4657680" y="1143000"/>
            <a:ext cx="3771600" cy="266400"/>
          </a:xfrm>
          <a:prstGeom prst="rect">
            <a:avLst/>
          </a:prstGeom>
          <a:noFill/>
          <a:ln>
            <a:noFill/>
          </a:ln>
        </p:spPr>
        <p:txBody>
          <a:bodyPr anchorCtr="0" anchor="t" bIns="133200" lIns="870823075" spcFirstLastPara="1" rIns="870823075" wrap="square" tIns="1332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88" name="Google Shape;388;p52"/>
          <p:cNvSpPr txBox="1"/>
          <p:nvPr/>
        </p:nvSpPr>
        <p:spPr>
          <a:xfrm>
            <a:off x="1068152" y="4361025"/>
            <a:ext cx="6873900" cy="53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a:t>SVM is trained with mfcc , rms+zcr , gci pitch</a:t>
            </a:r>
            <a:endParaRPr/>
          </a:p>
        </p:txBody>
      </p:sp>
      <p:sp>
        <p:nvSpPr>
          <p:cNvPr id="389" name="Google Shape;389;p52"/>
          <p:cNvSpPr txBox="1"/>
          <p:nvPr/>
        </p:nvSpPr>
        <p:spPr>
          <a:xfrm>
            <a:off x="4494850" y="4361025"/>
            <a:ext cx="3636900" cy="53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390" name="Google Shape;390;p52"/>
          <p:cNvPicPr preferRelativeResize="0"/>
          <p:nvPr/>
        </p:nvPicPr>
        <p:blipFill>
          <a:blip r:embed="rId3">
            <a:alphaModFix/>
          </a:blip>
          <a:stretch>
            <a:fillRect/>
          </a:stretch>
        </p:blipFill>
        <p:spPr>
          <a:xfrm>
            <a:off x="968075" y="291384"/>
            <a:ext cx="7074050" cy="406964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cxnSp>
        <p:nvCxnSpPr>
          <p:cNvPr id="395" name="Google Shape;395;p53"/>
          <p:cNvCxnSpPr/>
          <p:nvPr/>
        </p:nvCxnSpPr>
        <p:spPr>
          <a:xfrm>
            <a:off x="7160760" y="302760"/>
            <a:ext cx="2079000" cy="300"/>
          </a:xfrm>
          <a:prstGeom prst="straightConnector1">
            <a:avLst/>
          </a:prstGeom>
          <a:noFill/>
          <a:ln cap="flat" cmpd="sng" w="9525">
            <a:solidFill>
              <a:srgbClr val="333333"/>
            </a:solidFill>
            <a:prstDash val="solid"/>
            <a:round/>
            <a:headEnd len="sm" w="sm" type="none"/>
            <a:tailEnd len="sm" w="sm" type="none"/>
          </a:ln>
        </p:spPr>
      </p:cxnSp>
      <p:cxnSp>
        <p:nvCxnSpPr>
          <p:cNvPr id="396" name="Google Shape;396;p53"/>
          <p:cNvCxnSpPr/>
          <p:nvPr/>
        </p:nvCxnSpPr>
        <p:spPr>
          <a:xfrm flipH="1" rot="10800000">
            <a:off x="8768520" y="-27960"/>
            <a:ext cx="300" cy="4632000"/>
          </a:xfrm>
          <a:prstGeom prst="straightConnector1">
            <a:avLst/>
          </a:prstGeom>
          <a:noFill/>
          <a:ln cap="flat" cmpd="sng" w="9525">
            <a:solidFill>
              <a:srgbClr val="333333"/>
            </a:solidFill>
            <a:prstDash val="solid"/>
            <a:round/>
            <a:headEnd len="sm" w="sm" type="none"/>
            <a:tailEnd len="sm" w="sm" type="none"/>
          </a:ln>
        </p:spPr>
      </p:cxnSp>
      <p:sp>
        <p:nvSpPr>
          <p:cNvPr id="397" name="Google Shape;397;p53"/>
          <p:cNvSpPr txBox="1"/>
          <p:nvPr/>
        </p:nvSpPr>
        <p:spPr>
          <a:xfrm>
            <a:off x="714375" y="447675"/>
            <a:ext cx="77154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2800">
                <a:solidFill>
                  <a:srgbClr val="333333"/>
                </a:solidFill>
                <a:latin typeface="Playfair Display Medium"/>
                <a:ea typeface="Playfair Display Medium"/>
                <a:cs typeface="Playfair Display Medium"/>
                <a:sym typeface="Playfair Display Medium"/>
              </a:rPr>
              <a:t>BiLSTM for SER</a:t>
            </a:r>
            <a:endParaRPr b="0" sz="2800">
              <a:solidFill>
                <a:srgbClr val="333333"/>
              </a:solidFill>
              <a:latin typeface="Playfair Display Medium"/>
              <a:ea typeface="Playfair Display Medium"/>
              <a:cs typeface="Playfair Display Medium"/>
              <a:sym typeface="Playfair Display Medium"/>
            </a:endParaRPr>
          </a:p>
        </p:txBody>
      </p:sp>
      <p:grpSp>
        <p:nvGrpSpPr>
          <p:cNvPr id="398" name="Google Shape;398;p53"/>
          <p:cNvGrpSpPr/>
          <p:nvPr/>
        </p:nvGrpSpPr>
        <p:grpSpPr>
          <a:xfrm>
            <a:off x="714375" y="1190625"/>
            <a:ext cx="2476500" cy="3238500"/>
            <a:chOff x="714375" y="1190625"/>
            <a:chExt cx="2476500" cy="3238500"/>
          </a:xfrm>
        </p:grpSpPr>
        <p:sp>
          <p:nvSpPr>
            <p:cNvPr id="399" name="Google Shape;399;p53"/>
            <p:cNvSpPr/>
            <p:nvPr/>
          </p:nvSpPr>
          <p:spPr>
            <a:xfrm>
              <a:off x="714375" y="1190625"/>
              <a:ext cx="2476500" cy="3238500"/>
            </a:xfrm>
            <a:prstGeom prst="roundRect">
              <a:avLst>
                <a:gd fmla="val 3076" name="adj"/>
              </a:avLst>
            </a:prstGeom>
            <a:solidFill>
              <a:srgbClr val="E6F1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0" name="Google Shape;400;p53"/>
            <p:cNvSpPr txBox="1"/>
            <p:nvPr/>
          </p:nvSpPr>
          <p:spPr>
            <a:xfrm>
              <a:off x="809625" y="1285875"/>
              <a:ext cx="2286000" cy="3048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0C447C"/>
                  </a:solidFill>
                  <a:latin typeface="DM Sans"/>
                  <a:ea typeface="DM Sans"/>
                  <a:cs typeface="DM Sans"/>
                  <a:sym typeface="DM Sans"/>
                </a:rPr>
                <a:t>Recurrent Backbone</a:t>
              </a:r>
              <a:endParaRPr b="1" sz="1200">
                <a:solidFill>
                  <a:srgbClr val="0C447C"/>
                </a:solidFill>
                <a:latin typeface="DM Sans"/>
                <a:ea typeface="DM Sans"/>
                <a:cs typeface="DM Sans"/>
                <a:sym typeface="DM Sans"/>
              </a:endParaRPr>
            </a:p>
            <a:p>
              <a:pPr indent="0" lvl="0" marL="0" rtl="0" algn="l">
                <a:spcBef>
                  <a:spcPts val="800"/>
                </a:spcBef>
                <a:spcAft>
                  <a:spcPts val="0"/>
                </a:spcAft>
                <a:buNone/>
              </a:pPr>
              <a:r>
                <a:rPr b="1" lang="en-US" sz="1100">
                  <a:solidFill>
                    <a:srgbClr val="333333"/>
                  </a:solidFill>
                  <a:latin typeface="DM Sans"/>
                  <a:ea typeface="DM Sans"/>
                  <a:cs typeface="DM Sans"/>
                  <a:sym typeface="DM Sans"/>
                </a:rPr>
                <a:t>Masking Layer</a:t>
              </a:r>
              <a:endParaRPr b="1" sz="1100">
                <a:solidFill>
                  <a:srgbClr val="333333"/>
                </a:solidFill>
                <a:latin typeface="DM Sans"/>
                <a:ea typeface="DM Sans"/>
                <a:cs typeface="DM Sans"/>
                <a:sym typeface="DM Sans"/>
              </a:endParaRPr>
            </a:p>
            <a:p>
              <a:pPr indent="0" lvl="0" marL="0" rtl="0" algn="l">
                <a:spcBef>
                  <a:spcPts val="200"/>
                </a:spcBef>
                <a:spcAft>
                  <a:spcPts val="0"/>
                </a:spcAft>
                <a:buNone/>
              </a:pPr>
              <a:r>
                <a:rPr b="0" lang="en-US" sz="900">
                  <a:solidFill>
                    <a:srgbClr val="555555"/>
                  </a:solidFill>
                  <a:latin typeface="DM Sans"/>
                  <a:ea typeface="DM Sans"/>
                  <a:cs typeface="DM Sans"/>
                  <a:sym typeface="DM Sans"/>
                </a:rPr>
                <a:t>Masking(mask_value=0.0)</a:t>
              </a:r>
              <a:endParaRPr b="0" sz="900">
                <a:solidFill>
                  <a:srgbClr val="555555"/>
                </a:solidFill>
                <a:latin typeface="DM Sans"/>
                <a:ea typeface="DM Sans"/>
                <a:cs typeface="DM Sans"/>
                <a:sym typeface="DM Sans"/>
              </a:endParaRPr>
            </a:p>
            <a:p>
              <a:pPr indent="-292100" lvl="0" marL="457200" rtl="0" algn="l">
                <a:spcBef>
                  <a:spcPts val="400"/>
                </a:spcBef>
                <a:spcAft>
                  <a:spcPts val="0"/>
                </a:spcAft>
                <a:buClr>
                  <a:srgbClr val="333333"/>
                </a:buClr>
                <a:buSzPts val="1000"/>
                <a:buFont typeface="DM Sans"/>
                <a:buChar char="●"/>
              </a:pPr>
              <a:r>
                <a:rPr b="0" lang="en-US" sz="1000">
                  <a:solidFill>
                    <a:srgbClr val="333333"/>
                  </a:solidFill>
                  <a:latin typeface="DM Sans"/>
                  <a:ea typeface="DM Sans"/>
                  <a:cs typeface="DM Sans"/>
                  <a:sym typeface="DM Sans"/>
                </a:rPr>
                <a:t>Ignores padded time steps</a:t>
              </a:r>
              <a:endParaRPr b="0" sz="1000">
                <a:solidFill>
                  <a:srgbClr val="333333"/>
                </a:solidFill>
                <a:latin typeface="DM Sans"/>
                <a:ea typeface="DM Sans"/>
                <a:cs typeface="DM Sans"/>
                <a:sym typeface="DM Sans"/>
              </a:endParaRPr>
            </a:p>
            <a:p>
              <a:pPr indent="-292100" lvl="0" marL="457200" rtl="0" algn="l">
                <a:spcBef>
                  <a:spcPts val="200"/>
                </a:spcBef>
                <a:spcAft>
                  <a:spcPts val="0"/>
                </a:spcAft>
                <a:buClr>
                  <a:srgbClr val="333333"/>
                </a:buClr>
                <a:buSzPts val="1000"/>
                <a:buFont typeface="DM Sans"/>
                <a:buChar char="●"/>
              </a:pPr>
              <a:r>
                <a:rPr b="0" lang="en-US" sz="1000">
                  <a:solidFill>
                    <a:srgbClr val="333333"/>
                  </a:solidFill>
                  <a:latin typeface="DM Sans"/>
                  <a:ea typeface="DM Sans"/>
                  <a:cs typeface="DM Sans"/>
                  <a:sym typeface="DM Sans"/>
                </a:rPr>
                <a:t>Prevents learning from fake data</a:t>
              </a:r>
              <a:endParaRPr b="0" sz="1000">
                <a:solidFill>
                  <a:srgbClr val="333333"/>
                </a:solidFill>
                <a:latin typeface="DM Sans"/>
                <a:ea typeface="DM Sans"/>
                <a:cs typeface="DM Sans"/>
                <a:sym typeface="DM Sans"/>
              </a:endParaRPr>
            </a:p>
            <a:p>
              <a:pPr indent="0" lvl="0" marL="0" rtl="0" algn="l">
                <a:spcBef>
                  <a:spcPts val="800"/>
                </a:spcBef>
                <a:spcAft>
                  <a:spcPts val="0"/>
                </a:spcAft>
                <a:buNone/>
              </a:pPr>
              <a:r>
                <a:rPr b="1" lang="en-US" sz="1100">
                  <a:solidFill>
                    <a:srgbClr val="333333"/>
                  </a:solidFill>
                  <a:latin typeface="DM Sans"/>
                  <a:ea typeface="DM Sans"/>
                  <a:cs typeface="DM Sans"/>
                  <a:sym typeface="DM Sans"/>
                </a:rPr>
                <a:t>First BiLSTM (128 units)</a:t>
              </a:r>
              <a:endParaRPr b="1" sz="1100">
                <a:solidFill>
                  <a:srgbClr val="333333"/>
                </a:solidFill>
                <a:latin typeface="DM Sans"/>
                <a:ea typeface="DM Sans"/>
                <a:cs typeface="DM Sans"/>
                <a:sym typeface="DM Sans"/>
              </a:endParaRPr>
            </a:p>
            <a:p>
              <a:pPr indent="0" lvl="0" marL="0" rtl="0" algn="l">
                <a:spcBef>
                  <a:spcPts val="200"/>
                </a:spcBef>
                <a:spcAft>
                  <a:spcPts val="0"/>
                </a:spcAft>
                <a:buNone/>
              </a:pPr>
              <a:r>
                <a:rPr b="0" lang="en-US" sz="900">
                  <a:solidFill>
                    <a:srgbClr val="555555"/>
                  </a:solidFill>
                  <a:latin typeface="DM Sans"/>
                  <a:ea typeface="DM Sans"/>
                  <a:cs typeface="DM Sans"/>
                  <a:sym typeface="DM Sans"/>
                </a:rPr>
                <a:t>Bidirectional(LSTM(128, seq=True))</a:t>
              </a:r>
              <a:endParaRPr b="0" sz="900">
                <a:solidFill>
                  <a:srgbClr val="555555"/>
                </a:solidFill>
                <a:latin typeface="DM Sans"/>
                <a:ea typeface="DM Sans"/>
                <a:cs typeface="DM Sans"/>
                <a:sym typeface="DM Sans"/>
              </a:endParaRPr>
            </a:p>
            <a:p>
              <a:pPr indent="-292100" lvl="0" marL="457200" rtl="0" algn="l">
                <a:spcBef>
                  <a:spcPts val="400"/>
                </a:spcBef>
                <a:spcAft>
                  <a:spcPts val="0"/>
                </a:spcAft>
                <a:buClr>
                  <a:srgbClr val="333333"/>
                </a:buClr>
                <a:buSzPts val="1000"/>
                <a:buFont typeface="DM Sans"/>
                <a:buChar char="●"/>
              </a:pPr>
              <a:r>
                <a:rPr b="0" lang="en-US" sz="1000">
                  <a:solidFill>
                    <a:srgbClr val="333333"/>
                  </a:solidFill>
                  <a:latin typeface="DM Sans"/>
                  <a:ea typeface="DM Sans"/>
                  <a:cs typeface="DM Sans"/>
                  <a:sym typeface="DM Sans"/>
                </a:rPr>
                <a:t>Captures short-term patterns</a:t>
              </a:r>
              <a:endParaRPr b="0" sz="1000">
                <a:solidFill>
                  <a:srgbClr val="333333"/>
                </a:solidFill>
                <a:latin typeface="DM Sans"/>
                <a:ea typeface="DM Sans"/>
                <a:cs typeface="DM Sans"/>
                <a:sym typeface="DM Sans"/>
              </a:endParaRPr>
            </a:p>
            <a:p>
              <a:pPr indent="-292100" lvl="0" marL="457200" rtl="0" algn="l">
                <a:spcBef>
                  <a:spcPts val="200"/>
                </a:spcBef>
                <a:spcAft>
                  <a:spcPts val="0"/>
                </a:spcAft>
                <a:buClr>
                  <a:srgbClr val="333333"/>
                </a:buClr>
                <a:buSzPts val="1000"/>
                <a:buFont typeface="DM Sans"/>
                <a:buChar char="●"/>
              </a:pPr>
              <a:r>
                <a:rPr b="0" lang="en-US" sz="1000">
                  <a:solidFill>
                    <a:srgbClr val="333333"/>
                  </a:solidFill>
                  <a:latin typeface="DM Sans"/>
                  <a:ea typeface="DM Sans"/>
                  <a:cs typeface="DM Sans"/>
                  <a:sym typeface="DM Sans"/>
                </a:rPr>
                <a:t>Outputs full sequence</a:t>
              </a:r>
              <a:endParaRPr b="0" sz="1000">
                <a:solidFill>
                  <a:srgbClr val="333333"/>
                </a:solidFill>
                <a:latin typeface="DM Sans"/>
                <a:ea typeface="DM Sans"/>
                <a:cs typeface="DM Sans"/>
                <a:sym typeface="DM Sans"/>
              </a:endParaRPr>
            </a:p>
            <a:p>
              <a:pPr indent="0" lvl="0" marL="0" rtl="0" algn="l">
                <a:spcBef>
                  <a:spcPts val="800"/>
                </a:spcBef>
                <a:spcAft>
                  <a:spcPts val="0"/>
                </a:spcAft>
                <a:buNone/>
              </a:pPr>
              <a:r>
                <a:rPr b="1" lang="en-US" sz="1100">
                  <a:solidFill>
                    <a:srgbClr val="333333"/>
                  </a:solidFill>
                  <a:latin typeface="DM Sans"/>
                  <a:ea typeface="DM Sans"/>
                  <a:cs typeface="DM Sans"/>
                  <a:sym typeface="DM Sans"/>
                </a:rPr>
                <a:t>Second BiLSTM (64 units)</a:t>
              </a:r>
              <a:endParaRPr b="1" sz="1100">
                <a:solidFill>
                  <a:srgbClr val="333333"/>
                </a:solidFill>
                <a:latin typeface="DM Sans"/>
                <a:ea typeface="DM Sans"/>
                <a:cs typeface="DM Sans"/>
                <a:sym typeface="DM Sans"/>
              </a:endParaRPr>
            </a:p>
            <a:p>
              <a:pPr indent="0" lvl="0" marL="0" rtl="0" algn="l">
                <a:spcBef>
                  <a:spcPts val="200"/>
                </a:spcBef>
                <a:spcAft>
                  <a:spcPts val="0"/>
                </a:spcAft>
                <a:buNone/>
              </a:pPr>
              <a:r>
                <a:rPr b="0" lang="en-US" sz="900">
                  <a:solidFill>
                    <a:srgbClr val="555555"/>
                  </a:solidFill>
                  <a:latin typeface="DM Sans"/>
                  <a:ea typeface="DM Sans"/>
                  <a:cs typeface="DM Sans"/>
                  <a:sym typeface="DM Sans"/>
                </a:rPr>
                <a:t>Bidirectional(LSTM(64))</a:t>
              </a:r>
              <a:endParaRPr b="0" sz="900">
                <a:solidFill>
                  <a:srgbClr val="555555"/>
                </a:solidFill>
                <a:latin typeface="DM Sans"/>
                <a:ea typeface="DM Sans"/>
                <a:cs typeface="DM Sans"/>
                <a:sym typeface="DM Sans"/>
              </a:endParaRPr>
            </a:p>
            <a:p>
              <a:pPr indent="-292100" lvl="0" marL="457200" rtl="0" algn="l">
                <a:spcBef>
                  <a:spcPts val="400"/>
                </a:spcBef>
                <a:spcAft>
                  <a:spcPts val="0"/>
                </a:spcAft>
                <a:buClr>
                  <a:srgbClr val="333333"/>
                </a:buClr>
                <a:buSzPts val="1000"/>
                <a:buFont typeface="DM Sans"/>
                <a:buChar char="●"/>
              </a:pPr>
              <a:r>
                <a:rPr b="0" lang="en-US" sz="1000">
                  <a:solidFill>
                    <a:srgbClr val="333333"/>
                  </a:solidFill>
                  <a:latin typeface="DM Sans"/>
                  <a:ea typeface="DM Sans"/>
                  <a:cs typeface="DM Sans"/>
                  <a:sym typeface="DM Sans"/>
                </a:rPr>
                <a:t>Compresses to single vector</a:t>
              </a:r>
              <a:endParaRPr b="0" sz="1000">
                <a:solidFill>
                  <a:srgbClr val="333333"/>
                </a:solidFill>
                <a:latin typeface="DM Sans"/>
                <a:ea typeface="DM Sans"/>
                <a:cs typeface="DM Sans"/>
                <a:sym typeface="DM Sans"/>
              </a:endParaRPr>
            </a:p>
            <a:p>
              <a:pPr indent="-292100" lvl="0" marL="457200" rtl="0" algn="l">
                <a:spcBef>
                  <a:spcPts val="200"/>
                </a:spcBef>
                <a:spcAft>
                  <a:spcPts val="200"/>
                </a:spcAft>
                <a:buClr>
                  <a:srgbClr val="333333"/>
                </a:buClr>
                <a:buSzPts val="1000"/>
                <a:buFont typeface="DM Sans"/>
                <a:buChar char="●"/>
              </a:pPr>
              <a:r>
                <a:rPr b="0" lang="en-US" sz="1000">
                  <a:solidFill>
                    <a:srgbClr val="333333"/>
                  </a:solidFill>
                  <a:latin typeface="DM Sans"/>
                  <a:ea typeface="DM Sans"/>
                  <a:cs typeface="DM Sans"/>
                  <a:sym typeface="DM Sans"/>
                </a:rPr>
                <a:t>Learns global emotional context</a:t>
              </a:r>
              <a:endParaRPr b="0" sz="1000">
                <a:solidFill>
                  <a:srgbClr val="333333"/>
                </a:solidFill>
                <a:latin typeface="DM Sans"/>
                <a:ea typeface="DM Sans"/>
                <a:cs typeface="DM Sans"/>
                <a:sym typeface="DM Sans"/>
              </a:endParaRPr>
            </a:p>
          </p:txBody>
        </p:sp>
      </p:grpSp>
      <p:grpSp>
        <p:nvGrpSpPr>
          <p:cNvPr id="401" name="Google Shape;401;p53"/>
          <p:cNvGrpSpPr/>
          <p:nvPr/>
        </p:nvGrpSpPr>
        <p:grpSpPr>
          <a:xfrm>
            <a:off x="3333750" y="1190625"/>
            <a:ext cx="2476500" cy="3238500"/>
            <a:chOff x="3333750" y="1190625"/>
            <a:chExt cx="2476500" cy="3238500"/>
          </a:xfrm>
        </p:grpSpPr>
        <p:sp>
          <p:nvSpPr>
            <p:cNvPr id="402" name="Google Shape;402;p53"/>
            <p:cNvSpPr/>
            <p:nvPr/>
          </p:nvSpPr>
          <p:spPr>
            <a:xfrm>
              <a:off x="3333750" y="1190625"/>
              <a:ext cx="2476500" cy="3238500"/>
            </a:xfrm>
            <a:prstGeom prst="roundRect">
              <a:avLst>
                <a:gd fmla="val 3076" name="adj"/>
              </a:avLst>
            </a:prstGeom>
            <a:solidFill>
              <a:srgbClr val="EAF3D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3" name="Google Shape;403;p53"/>
            <p:cNvSpPr txBox="1"/>
            <p:nvPr/>
          </p:nvSpPr>
          <p:spPr>
            <a:xfrm>
              <a:off x="3429000" y="1285875"/>
              <a:ext cx="2286000" cy="3048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27500A"/>
                  </a:solidFill>
                  <a:latin typeface="DM Sans"/>
                  <a:ea typeface="DM Sans"/>
                  <a:cs typeface="DM Sans"/>
                  <a:sym typeface="DM Sans"/>
                </a:rPr>
                <a:t>Classification Head</a:t>
              </a:r>
              <a:endParaRPr b="1" sz="1200">
                <a:solidFill>
                  <a:srgbClr val="27500A"/>
                </a:solidFill>
                <a:latin typeface="DM Sans"/>
                <a:ea typeface="DM Sans"/>
                <a:cs typeface="DM Sans"/>
                <a:sym typeface="DM Sans"/>
              </a:endParaRPr>
            </a:p>
            <a:p>
              <a:pPr indent="0" lvl="0" marL="0" rtl="0" algn="l">
                <a:spcBef>
                  <a:spcPts val="800"/>
                </a:spcBef>
                <a:spcAft>
                  <a:spcPts val="0"/>
                </a:spcAft>
                <a:buNone/>
              </a:pPr>
              <a:r>
                <a:rPr b="1" lang="en-US" sz="1100">
                  <a:solidFill>
                    <a:srgbClr val="333333"/>
                  </a:solidFill>
                  <a:latin typeface="DM Sans"/>
                  <a:ea typeface="DM Sans"/>
                  <a:cs typeface="DM Sans"/>
                  <a:sym typeface="DM Sans"/>
                </a:rPr>
                <a:t>Dropout (0.3)</a:t>
              </a:r>
              <a:endParaRPr b="1" sz="1100">
                <a:solidFill>
                  <a:srgbClr val="333333"/>
                </a:solidFill>
                <a:latin typeface="DM Sans"/>
                <a:ea typeface="DM Sans"/>
                <a:cs typeface="DM Sans"/>
                <a:sym typeface="DM Sans"/>
              </a:endParaRPr>
            </a:p>
            <a:p>
              <a:pPr indent="-292100" lvl="0" marL="457200" rtl="0" algn="l">
                <a:spcBef>
                  <a:spcPts val="200"/>
                </a:spcBef>
                <a:spcAft>
                  <a:spcPts val="0"/>
                </a:spcAft>
                <a:buClr>
                  <a:srgbClr val="333333"/>
                </a:buClr>
                <a:buSzPts val="1000"/>
                <a:buFont typeface="DM Sans"/>
                <a:buChar char="●"/>
              </a:pPr>
              <a:r>
                <a:rPr b="0" lang="en-US" sz="1000">
                  <a:solidFill>
                    <a:srgbClr val="333333"/>
                  </a:solidFill>
                  <a:latin typeface="DM Sans"/>
                  <a:ea typeface="DM Sans"/>
                  <a:cs typeface="DM Sans"/>
                  <a:sym typeface="DM Sans"/>
                </a:rPr>
                <a:t>Prevents overfitting</a:t>
              </a:r>
              <a:endParaRPr b="0" sz="1000">
                <a:solidFill>
                  <a:srgbClr val="333333"/>
                </a:solidFill>
                <a:latin typeface="DM Sans"/>
                <a:ea typeface="DM Sans"/>
                <a:cs typeface="DM Sans"/>
                <a:sym typeface="DM Sans"/>
              </a:endParaRPr>
            </a:p>
            <a:p>
              <a:pPr indent="-292100" lvl="0" marL="457200" rtl="0" algn="l">
                <a:spcBef>
                  <a:spcPts val="200"/>
                </a:spcBef>
                <a:spcAft>
                  <a:spcPts val="0"/>
                </a:spcAft>
                <a:buClr>
                  <a:srgbClr val="333333"/>
                </a:buClr>
                <a:buSzPts val="1000"/>
                <a:buFont typeface="DM Sans"/>
                <a:buChar char="●"/>
              </a:pPr>
              <a:r>
                <a:rPr b="0" lang="en-US" sz="1000">
                  <a:solidFill>
                    <a:srgbClr val="333333"/>
                  </a:solidFill>
                  <a:latin typeface="DM Sans"/>
                  <a:ea typeface="DM Sans"/>
                  <a:cs typeface="DM Sans"/>
                  <a:sym typeface="DM Sans"/>
                </a:rPr>
                <a:t>Crucial for small datasets</a:t>
              </a:r>
              <a:endParaRPr b="0" sz="1000">
                <a:solidFill>
                  <a:srgbClr val="333333"/>
                </a:solidFill>
                <a:latin typeface="DM Sans"/>
                <a:ea typeface="DM Sans"/>
                <a:cs typeface="DM Sans"/>
                <a:sym typeface="DM Sans"/>
              </a:endParaRPr>
            </a:p>
            <a:p>
              <a:pPr indent="0" lvl="0" marL="0" rtl="0" algn="l">
                <a:spcBef>
                  <a:spcPts val="800"/>
                </a:spcBef>
                <a:spcAft>
                  <a:spcPts val="0"/>
                </a:spcAft>
                <a:buNone/>
              </a:pPr>
              <a:r>
                <a:rPr b="1" lang="en-US" sz="1100">
                  <a:solidFill>
                    <a:srgbClr val="333333"/>
                  </a:solidFill>
                  <a:latin typeface="DM Sans"/>
                  <a:ea typeface="DM Sans"/>
                  <a:cs typeface="DM Sans"/>
                  <a:sym typeface="DM Sans"/>
                </a:rPr>
                <a:t>Dense Layer (64 units)</a:t>
              </a:r>
              <a:endParaRPr b="1" sz="1100">
                <a:solidFill>
                  <a:srgbClr val="333333"/>
                </a:solidFill>
                <a:latin typeface="DM Sans"/>
                <a:ea typeface="DM Sans"/>
                <a:cs typeface="DM Sans"/>
                <a:sym typeface="DM Sans"/>
              </a:endParaRPr>
            </a:p>
            <a:p>
              <a:pPr indent="0" lvl="0" marL="0" rtl="0" algn="l">
                <a:spcBef>
                  <a:spcPts val="200"/>
                </a:spcBef>
                <a:spcAft>
                  <a:spcPts val="0"/>
                </a:spcAft>
                <a:buNone/>
              </a:pPr>
              <a:r>
                <a:rPr b="0" lang="en-US" sz="900">
                  <a:solidFill>
                    <a:srgbClr val="555555"/>
                  </a:solidFill>
                  <a:latin typeface="DM Sans"/>
                  <a:ea typeface="DM Sans"/>
                  <a:cs typeface="DM Sans"/>
                  <a:sym typeface="DM Sans"/>
                </a:rPr>
                <a:t>Activation: 'relu'</a:t>
              </a:r>
              <a:endParaRPr b="0" sz="900">
                <a:solidFill>
                  <a:srgbClr val="555555"/>
                </a:solidFill>
                <a:latin typeface="DM Sans"/>
                <a:ea typeface="DM Sans"/>
                <a:cs typeface="DM Sans"/>
                <a:sym typeface="DM Sans"/>
              </a:endParaRPr>
            </a:p>
            <a:p>
              <a:pPr indent="-292100" lvl="0" marL="457200" rtl="0" algn="l">
                <a:spcBef>
                  <a:spcPts val="400"/>
                </a:spcBef>
                <a:spcAft>
                  <a:spcPts val="0"/>
                </a:spcAft>
                <a:buClr>
                  <a:srgbClr val="333333"/>
                </a:buClr>
                <a:buSzPts val="1000"/>
                <a:buFont typeface="DM Sans"/>
                <a:buChar char="●"/>
              </a:pPr>
              <a:r>
                <a:rPr b="0" lang="en-US" sz="1000">
                  <a:solidFill>
                    <a:srgbClr val="333333"/>
                  </a:solidFill>
                  <a:latin typeface="DM Sans"/>
                  <a:ea typeface="DM Sans"/>
                  <a:cs typeface="DM Sans"/>
                  <a:sym typeface="DM Sans"/>
                </a:rPr>
                <a:t>Learns feature interactions</a:t>
              </a:r>
              <a:endParaRPr b="0" sz="1000">
                <a:solidFill>
                  <a:srgbClr val="333333"/>
                </a:solidFill>
                <a:latin typeface="DM Sans"/>
                <a:ea typeface="DM Sans"/>
                <a:cs typeface="DM Sans"/>
                <a:sym typeface="DM Sans"/>
              </a:endParaRPr>
            </a:p>
            <a:p>
              <a:pPr indent="0" lvl="0" marL="0" rtl="0" algn="l">
                <a:spcBef>
                  <a:spcPts val="800"/>
                </a:spcBef>
                <a:spcAft>
                  <a:spcPts val="0"/>
                </a:spcAft>
                <a:buNone/>
              </a:pPr>
              <a:r>
                <a:rPr b="1" lang="en-US" sz="1100">
                  <a:solidFill>
                    <a:srgbClr val="333333"/>
                  </a:solidFill>
                  <a:latin typeface="DM Sans"/>
                  <a:ea typeface="DM Sans"/>
                  <a:cs typeface="DM Sans"/>
                  <a:sym typeface="DM Sans"/>
                </a:rPr>
                <a:t>Batch Normalization</a:t>
              </a:r>
              <a:endParaRPr b="1" sz="1100">
                <a:solidFill>
                  <a:srgbClr val="333333"/>
                </a:solidFill>
                <a:latin typeface="DM Sans"/>
                <a:ea typeface="DM Sans"/>
                <a:cs typeface="DM Sans"/>
                <a:sym typeface="DM Sans"/>
              </a:endParaRPr>
            </a:p>
            <a:p>
              <a:pPr indent="-292100" lvl="0" marL="457200" rtl="0" algn="l">
                <a:spcBef>
                  <a:spcPts val="200"/>
                </a:spcBef>
                <a:spcAft>
                  <a:spcPts val="0"/>
                </a:spcAft>
                <a:buClr>
                  <a:srgbClr val="333333"/>
                </a:buClr>
                <a:buSzPts val="1000"/>
                <a:buFont typeface="DM Sans"/>
                <a:buChar char="●"/>
              </a:pPr>
              <a:r>
                <a:rPr b="0" lang="en-US" sz="1000">
                  <a:solidFill>
                    <a:srgbClr val="333333"/>
                  </a:solidFill>
                  <a:latin typeface="DM Sans"/>
                  <a:ea typeface="DM Sans"/>
                  <a:cs typeface="DM Sans"/>
                  <a:sym typeface="DM Sans"/>
                </a:rPr>
                <a:t>Stabilizes training</a:t>
              </a:r>
              <a:endParaRPr b="0" sz="1000">
                <a:solidFill>
                  <a:srgbClr val="333333"/>
                </a:solidFill>
                <a:latin typeface="DM Sans"/>
                <a:ea typeface="DM Sans"/>
                <a:cs typeface="DM Sans"/>
                <a:sym typeface="DM Sans"/>
              </a:endParaRPr>
            </a:p>
            <a:p>
              <a:pPr indent="-292100" lvl="0" marL="457200" rtl="0" algn="l">
                <a:spcBef>
                  <a:spcPts val="200"/>
                </a:spcBef>
                <a:spcAft>
                  <a:spcPts val="0"/>
                </a:spcAft>
                <a:buClr>
                  <a:srgbClr val="333333"/>
                </a:buClr>
                <a:buSzPts val="1000"/>
                <a:buFont typeface="DM Sans"/>
                <a:buChar char="●"/>
              </a:pPr>
              <a:r>
                <a:rPr b="0" lang="en-US" sz="1000">
                  <a:solidFill>
                    <a:srgbClr val="333333"/>
                  </a:solidFill>
                  <a:latin typeface="DM Sans"/>
                  <a:ea typeface="DM Sans"/>
                  <a:cs typeface="DM Sans"/>
                  <a:sym typeface="DM Sans"/>
                </a:rPr>
                <a:t>Faster convergence</a:t>
              </a:r>
              <a:endParaRPr b="0" sz="1000">
                <a:solidFill>
                  <a:srgbClr val="333333"/>
                </a:solidFill>
                <a:latin typeface="DM Sans"/>
                <a:ea typeface="DM Sans"/>
                <a:cs typeface="DM Sans"/>
                <a:sym typeface="DM Sans"/>
              </a:endParaRPr>
            </a:p>
            <a:p>
              <a:pPr indent="0" lvl="0" marL="0" rtl="0" algn="l">
                <a:spcBef>
                  <a:spcPts val="800"/>
                </a:spcBef>
                <a:spcAft>
                  <a:spcPts val="0"/>
                </a:spcAft>
                <a:buNone/>
              </a:pPr>
              <a:r>
                <a:rPr b="1" lang="en-US" sz="1100">
                  <a:solidFill>
                    <a:srgbClr val="333333"/>
                  </a:solidFill>
                  <a:latin typeface="DM Sans"/>
                  <a:ea typeface="DM Sans"/>
                  <a:cs typeface="DM Sans"/>
                  <a:sym typeface="DM Sans"/>
                </a:rPr>
                <a:t>Output Layer</a:t>
              </a:r>
              <a:endParaRPr b="1" sz="1100">
                <a:solidFill>
                  <a:srgbClr val="333333"/>
                </a:solidFill>
                <a:latin typeface="DM Sans"/>
                <a:ea typeface="DM Sans"/>
                <a:cs typeface="DM Sans"/>
                <a:sym typeface="DM Sans"/>
              </a:endParaRPr>
            </a:p>
            <a:p>
              <a:pPr indent="0" lvl="0" marL="0" rtl="0" algn="l">
                <a:spcBef>
                  <a:spcPts val="200"/>
                </a:spcBef>
                <a:spcAft>
                  <a:spcPts val="0"/>
                </a:spcAft>
                <a:buNone/>
              </a:pPr>
              <a:r>
                <a:rPr b="0" lang="en-US" sz="900">
                  <a:solidFill>
                    <a:srgbClr val="555555"/>
                  </a:solidFill>
                  <a:latin typeface="DM Sans"/>
                  <a:ea typeface="DM Sans"/>
                  <a:cs typeface="DM Sans"/>
                  <a:sym typeface="DM Sans"/>
                </a:rPr>
                <a:t>Dense(num_classes, softmax)</a:t>
              </a:r>
              <a:endParaRPr b="0" sz="900">
                <a:solidFill>
                  <a:srgbClr val="555555"/>
                </a:solidFill>
                <a:latin typeface="DM Sans"/>
                <a:ea typeface="DM Sans"/>
                <a:cs typeface="DM Sans"/>
                <a:sym typeface="DM Sans"/>
              </a:endParaRPr>
            </a:p>
            <a:p>
              <a:pPr indent="-292100" lvl="0" marL="457200" rtl="0" algn="l">
                <a:spcBef>
                  <a:spcPts val="400"/>
                </a:spcBef>
                <a:spcAft>
                  <a:spcPts val="200"/>
                </a:spcAft>
                <a:buClr>
                  <a:srgbClr val="333333"/>
                </a:buClr>
                <a:buSzPts val="1000"/>
                <a:buFont typeface="DM Sans"/>
                <a:buChar char="●"/>
              </a:pPr>
              <a:r>
                <a:rPr b="0" lang="en-US" sz="1000">
                  <a:solidFill>
                    <a:srgbClr val="333333"/>
                  </a:solidFill>
                  <a:latin typeface="DM Sans"/>
                  <a:ea typeface="DM Sans"/>
                  <a:cs typeface="DM Sans"/>
                  <a:sym typeface="DM Sans"/>
                </a:rPr>
                <a:t>Emotion probabilities</a:t>
              </a:r>
              <a:endParaRPr b="0" sz="1000">
                <a:solidFill>
                  <a:srgbClr val="333333"/>
                </a:solidFill>
                <a:latin typeface="DM Sans"/>
                <a:ea typeface="DM Sans"/>
                <a:cs typeface="DM Sans"/>
                <a:sym typeface="DM Sans"/>
              </a:endParaRPr>
            </a:p>
          </p:txBody>
        </p:sp>
      </p:grpSp>
      <p:grpSp>
        <p:nvGrpSpPr>
          <p:cNvPr id="404" name="Google Shape;404;p53"/>
          <p:cNvGrpSpPr/>
          <p:nvPr/>
        </p:nvGrpSpPr>
        <p:grpSpPr>
          <a:xfrm>
            <a:off x="5953125" y="1190625"/>
            <a:ext cx="2476500" cy="3238500"/>
            <a:chOff x="5953125" y="1190625"/>
            <a:chExt cx="2476500" cy="3238500"/>
          </a:xfrm>
        </p:grpSpPr>
        <p:sp>
          <p:nvSpPr>
            <p:cNvPr id="405" name="Google Shape;405;p53"/>
            <p:cNvSpPr/>
            <p:nvPr/>
          </p:nvSpPr>
          <p:spPr>
            <a:xfrm>
              <a:off x="5953125" y="1190625"/>
              <a:ext cx="2476500" cy="3238500"/>
            </a:xfrm>
            <a:prstGeom prst="roundRect">
              <a:avLst>
                <a:gd fmla="val 3076" name="adj"/>
              </a:avLst>
            </a:prstGeom>
            <a:solidFill>
              <a:srgbClr val="FCEB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6" name="Google Shape;406;p53"/>
            <p:cNvSpPr txBox="1"/>
            <p:nvPr/>
          </p:nvSpPr>
          <p:spPr>
            <a:xfrm>
              <a:off x="6048375" y="1285875"/>
              <a:ext cx="2286000" cy="3048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A32D2D"/>
                  </a:solidFill>
                  <a:latin typeface="DM Sans"/>
                  <a:ea typeface="DM Sans"/>
                  <a:cs typeface="DM Sans"/>
                  <a:sym typeface="DM Sans"/>
                </a:rPr>
                <a:t>⚙️ Training Setup</a:t>
              </a:r>
              <a:endParaRPr b="1" sz="1200">
                <a:solidFill>
                  <a:srgbClr val="A32D2D"/>
                </a:solidFill>
                <a:latin typeface="DM Sans"/>
                <a:ea typeface="DM Sans"/>
                <a:cs typeface="DM Sans"/>
                <a:sym typeface="DM Sans"/>
              </a:endParaRPr>
            </a:p>
            <a:p>
              <a:pPr indent="0" lvl="0" marL="0" rtl="0" algn="l">
                <a:spcBef>
                  <a:spcPts val="1200"/>
                </a:spcBef>
                <a:spcAft>
                  <a:spcPts val="0"/>
                </a:spcAft>
                <a:buNone/>
              </a:pPr>
              <a:r>
                <a:rPr b="1" lang="en-US" sz="1000">
                  <a:solidFill>
                    <a:srgbClr val="333333"/>
                  </a:solidFill>
                  <a:latin typeface="DM Sans"/>
                  <a:ea typeface="DM Sans"/>
                  <a:cs typeface="DM Sans"/>
                  <a:sym typeface="DM Sans"/>
                </a:rPr>
                <a:t>Optimizer:</a:t>
              </a:r>
              <a:r>
                <a:rPr b="0" lang="en-US" sz="1000">
                  <a:solidFill>
                    <a:srgbClr val="333333"/>
                  </a:solidFill>
                  <a:latin typeface="DM Sans"/>
                  <a:ea typeface="DM Sans"/>
                  <a:cs typeface="DM Sans"/>
                  <a:sym typeface="DM Sans"/>
                </a:rPr>
                <a:t> Adam (lr = 0.001)</a:t>
              </a:r>
              <a:endParaRPr b="0" sz="1000">
                <a:solidFill>
                  <a:srgbClr val="333333"/>
                </a:solidFill>
                <a:latin typeface="DM Sans"/>
                <a:ea typeface="DM Sans"/>
                <a:cs typeface="DM Sans"/>
                <a:sym typeface="DM Sans"/>
              </a:endParaRPr>
            </a:p>
            <a:p>
              <a:pPr indent="0" lvl="0" marL="0" rtl="0" algn="l">
                <a:spcBef>
                  <a:spcPts val="1000"/>
                </a:spcBef>
                <a:spcAft>
                  <a:spcPts val="0"/>
                </a:spcAft>
                <a:buNone/>
              </a:pPr>
              <a:r>
                <a:rPr b="1" lang="en-US" sz="1000">
                  <a:solidFill>
                    <a:srgbClr val="333333"/>
                  </a:solidFill>
                  <a:latin typeface="DM Sans"/>
                  <a:ea typeface="DM Sans"/>
                  <a:cs typeface="DM Sans"/>
                  <a:sym typeface="DM Sans"/>
                </a:rPr>
                <a:t>Loss:</a:t>
              </a:r>
              <a:r>
                <a:rPr b="0" lang="en-US" sz="1000">
                  <a:solidFill>
                    <a:srgbClr val="333333"/>
                  </a:solidFill>
                  <a:latin typeface="DM Sans"/>
                  <a:ea typeface="DM Sans"/>
                  <a:cs typeface="DM Sans"/>
                  <a:sym typeface="DM Sans"/>
                </a:rPr>
                <a:t> Categorical Crossentropy</a:t>
              </a:r>
              <a:endParaRPr b="0" sz="1000">
                <a:solidFill>
                  <a:srgbClr val="333333"/>
                </a:solidFill>
                <a:latin typeface="DM Sans"/>
                <a:ea typeface="DM Sans"/>
                <a:cs typeface="DM Sans"/>
                <a:sym typeface="DM Sans"/>
              </a:endParaRPr>
            </a:p>
            <a:p>
              <a:pPr indent="0" lvl="0" marL="0" rtl="0" algn="l">
                <a:spcBef>
                  <a:spcPts val="1000"/>
                </a:spcBef>
                <a:spcAft>
                  <a:spcPts val="0"/>
                </a:spcAft>
                <a:buNone/>
              </a:pPr>
              <a:r>
                <a:rPr b="1" lang="en-US" sz="1000">
                  <a:solidFill>
                    <a:srgbClr val="333333"/>
                  </a:solidFill>
                  <a:latin typeface="DM Sans"/>
                  <a:ea typeface="DM Sans"/>
                  <a:cs typeface="DM Sans"/>
                  <a:sym typeface="DM Sans"/>
                </a:rPr>
                <a:t>Epochs:</a:t>
              </a:r>
              <a:r>
                <a:rPr b="0" lang="en-US" sz="1000">
                  <a:solidFill>
                    <a:srgbClr val="333333"/>
                  </a:solidFill>
                  <a:latin typeface="DM Sans"/>
                  <a:ea typeface="DM Sans"/>
                  <a:cs typeface="DM Sans"/>
                  <a:sym typeface="DM Sans"/>
                </a:rPr>
                <a:t> 40</a:t>
              </a:r>
              <a:endParaRPr b="0" sz="1000">
                <a:solidFill>
                  <a:srgbClr val="333333"/>
                </a:solidFill>
                <a:latin typeface="DM Sans"/>
                <a:ea typeface="DM Sans"/>
                <a:cs typeface="DM Sans"/>
                <a:sym typeface="DM Sans"/>
              </a:endParaRPr>
            </a:p>
            <a:p>
              <a:pPr indent="0" lvl="0" marL="0" rtl="0" algn="l">
                <a:spcBef>
                  <a:spcPts val="1000"/>
                </a:spcBef>
                <a:spcAft>
                  <a:spcPts val="0"/>
                </a:spcAft>
                <a:buNone/>
              </a:pPr>
              <a:r>
                <a:rPr b="1" lang="en-US" sz="1000">
                  <a:solidFill>
                    <a:srgbClr val="333333"/>
                  </a:solidFill>
                  <a:latin typeface="DM Sans"/>
                  <a:ea typeface="DM Sans"/>
                  <a:cs typeface="DM Sans"/>
                  <a:sym typeface="DM Sans"/>
                </a:rPr>
                <a:t>Batch size:</a:t>
              </a:r>
              <a:r>
                <a:rPr b="0" lang="en-US" sz="1000">
                  <a:solidFill>
                    <a:srgbClr val="333333"/>
                  </a:solidFill>
                  <a:latin typeface="DM Sans"/>
                  <a:ea typeface="DM Sans"/>
                  <a:cs typeface="DM Sans"/>
                  <a:sym typeface="DM Sans"/>
                </a:rPr>
                <a:t> 32</a:t>
              </a:r>
              <a:endParaRPr b="0" sz="1000">
                <a:solidFill>
                  <a:srgbClr val="333333"/>
                </a:solidFill>
                <a:latin typeface="DM Sans"/>
                <a:ea typeface="DM Sans"/>
                <a:cs typeface="DM Sans"/>
                <a:sym typeface="DM Sans"/>
              </a:endParaRPr>
            </a:p>
            <a:p>
              <a:pPr indent="0" lvl="0" marL="0" rtl="0" algn="l">
                <a:spcBef>
                  <a:spcPts val="2000"/>
                </a:spcBef>
                <a:spcAft>
                  <a:spcPts val="0"/>
                </a:spcAft>
                <a:buNone/>
              </a:pPr>
              <a:r>
                <a:rPr b="0" i="1" lang="en-US" sz="900">
                  <a:solidFill>
                    <a:srgbClr val="666666"/>
                  </a:solidFill>
                  <a:latin typeface="DM Sans"/>
                  <a:ea typeface="DM Sans"/>
                  <a:cs typeface="DM Sans"/>
                  <a:sym typeface="DM Sans"/>
                </a:rPr>
                <a:t>Standard hyperparameters optimized for speech emotion datasets.</a:t>
              </a:r>
              <a:endParaRPr b="0" i="1" sz="900">
                <a:solidFill>
                  <a:srgbClr val="666666"/>
                </a:solidFill>
                <a:latin typeface="DM Sans"/>
                <a:ea typeface="DM Sans"/>
                <a:cs typeface="DM Sans"/>
                <a:sym typeface="DM Sans"/>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cxnSp>
        <p:nvCxnSpPr>
          <p:cNvPr id="411" name="Google Shape;411;p54"/>
          <p:cNvCxnSpPr/>
          <p:nvPr/>
        </p:nvCxnSpPr>
        <p:spPr>
          <a:xfrm>
            <a:off x="7160760" y="302760"/>
            <a:ext cx="2079000" cy="300"/>
          </a:xfrm>
          <a:prstGeom prst="straightConnector1">
            <a:avLst/>
          </a:prstGeom>
          <a:noFill/>
          <a:ln cap="flat" cmpd="sng" w="9525">
            <a:solidFill>
              <a:srgbClr val="333333"/>
            </a:solidFill>
            <a:prstDash val="solid"/>
            <a:round/>
            <a:headEnd len="sm" w="sm" type="none"/>
            <a:tailEnd len="sm" w="sm" type="none"/>
          </a:ln>
        </p:spPr>
      </p:cxnSp>
      <p:cxnSp>
        <p:nvCxnSpPr>
          <p:cNvPr id="412" name="Google Shape;412;p54"/>
          <p:cNvCxnSpPr/>
          <p:nvPr/>
        </p:nvCxnSpPr>
        <p:spPr>
          <a:xfrm flipH="1" rot="10800000">
            <a:off x="8768520" y="-27960"/>
            <a:ext cx="300" cy="4632000"/>
          </a:xfrm>
          <a:prstGeom prst="straightConnector1">
            <a:avLst/>
          </a:prstGeom>
          <a:noFill/>
          <a:ln cap="flat" cmpd="sng" w="9525">
            <a:solidFill>
              <a:srgbClr val="333333"/>
            </a:solidFill>
            <a:prstDash val="solid"/>
            <a:round/>
            <a:headEnd len="sm" w="sm" type="none"/>
            <a:tailEnd len="sm" w="sm" type="none"/>
          </a:ln>
        </p:spPr>
      </p:cxnSp>
      <p:sp>
        <p:nvSpPr>
          <p:cNvPr id="413" name="Google Shape;413;p54"/>
          <p:cNvSpPr txBox="1"/>
          <p:nvPr/>
        </p:nvSpPr>
        <p:spPr>
          <a:xfrm>
            <a:off x="714375" y="447675"/>
            <a:ext cx="77154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2800">
                <a:solidFill>
                  <a:srgbClr val="333333"/>
                </a:solidFill>
                <a:latin typeface="Playfair Display Medium"/>
                <a:ea typeface="Playfair Display Medium"/>
                <a:cs typeface="Playfair Display Medium"/>
                <a:sym typeface="Playfair Display Medium"/>
              </a:rPr>
              <a:t>BiLSTM for SER</a:t>
            </a:r>
            <a:endParaRPr b="0" sz="2800">
              <a:solidFill>
                <a:srgbClr val="333333"/>
              </a:solidFill>
              <a:latin typeface="Playfair Display Medium"/>
              <a:ea typeface="Playfair Display Medium"/>
              <a:cs typeface="Playfair Display Medium"/>
              <a:sym typeface="Playfair Display Medium"/>
            </a:endParaRPr>
          </a:p>
        </p:txBody>
      </p:sp>
      <p:grpSp>
        <p:nvGrpSpPr>
          <p:cNvPr id="414" name="Google Shape;414;p54"/>
          <p:cNvGrpSpPr/>
          <p:nvPr/>
        </p:nvGrpSpPr>
        <p:grpSpPr>
          <a:xfrm>
            <a:off x="714375" y="1190625"/>
            <a:ext cx="2476500" cy="2667000"/>
            <a:chOff x="714375" y="1190625"/>
            <a:chExt cx="2476500" cy="2667000"/>
          </a:xfrm>
        </p:grpSpPr>
        <p:sp>
          <p:nvSpPr>
            <p:cNvPr id="415" name="Google Shape;415;p54"/>
            <p:cNvSpPr/>
            <p:nvPr/>
          </p:nvSpPr>
          <p:spPr>
            <a:xfrm>
              <a:off x="714375" y="1190625"/>
              <a:ext cx="2476500" cy="2667000"/>
            </a:xfrm>
            <a:prstGeom prst="roundRect">
              <a:avLst>
                <a:gd fmla="val 3076" name="adj"/>
              </a:avLst>
            </a:prstGeom>
            <a:solidFill>
              <a:srgbClr val="E6F1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6" name="Google Shape;416;p54"/>
            <p:cNvSpPr txBox="1"/>
            <p:nvPr/>
          </p:nvSpPr>
          <p:spPr>
            <a:xfrm>
              <a:off x="809625" y="1285875"/>
              <a:ext cx="2286000" cy="2476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0C447C"/>
                  </a:solidFill>
                  <a:latin typeface="DM Sans"/>
                  <a:ea typeface="DM Sans"/>
                  <a:cs typeface="DM Sans"/>
                  <a:sym typeface="DM Sans"/>
                </a:rPr>
                <a:t>What BiLSTM receives</a:t>
              </a:r>
              <a:endParaRPr b="1" sz="1100">
                <a:solidFill>
                  <a:srgbClr val="0C447C"/>
                </a:solidFill>
                <a:latin typeface="DM Sans"/>
                <a:ea typeface="DM Sans"/>
                <a:cs typeface="DM Sans"/>
                <a:sym typeface="DM Sans"/>
              </a:endParaRPr>
            </a:p>
            <a:p>
              <a:pPr indent="-298450" lvl="0" marL="457200" rtl="0" algn="l">
                <a:spcBef>
                  <a:spcPts val="600"/>
                </a:spcBef>
                <a:spcAft>
                  <a:spcPts val="0"/>
                </a:spcAft>
                <a:buClr>
                  <a:srgbClr val="333333"/>
                </a:buClr>
                <a:buSzPts val="1100"/>
                <a:buFont typeface="DM Sans"/>
                <a:buChar char="●"/>
              </a:pPr>
              <a:r>
                <a:rPr lang="en-US" sz="1100">
                  <a:solidFill>
                    <a:srgbClr val="333333"/>
                  </a:solidFill>
                  <a:latin typeface="DM Sans"/>
                  <a:ea typeface="DM Sans"/>
                  <a:cs typeface="DM Sans"/>
                  <a:sym typeface="DM Sans"/>
                </a:rPr>
                <a:t>The BiLSTM model receives a sequence of frame-level feature vectors (e.g., PSMFCC or MFCC), where each time step represents acoustic information from a short segment of speech, allowing the model to learn temporal emotional patterns</a:t>
              </a:r>
              <a:endParaRPr sz="1100">
                <a:solidFill>
                  <a:srgbClr val="333333"/>
                </a:solidFill>
                <a:latin typeface="DM Sans"/>
                <a:ea typeface="DM Sans"/>
                <a:cs typeface="DM Sans"/>
                <a:sym typeface="DM Sans"/>
              </a:endParaRPr>
            </a:p>
          </p:txBody>
        </p:sp>
      </p:grpSp>
      <p:grpSp>
        <p:nvGrpSpPr>
          <p:cNvPr id="417" name="Google Shape;417;p54"/>
          <p:cNvGrpSpPr/>
          <p:nvPr/>
        </p:nvGrpSpPr>
        <p:grpSpPr>
          <a:xfrm>
            <a:off x="3333750" y="1190625"/>
            <a:ext cx="2476500" cy="2667000"/>
            <a:chOff x="3333750" y="1190625"/>
            <a:chExt cx="2476500" cy="2667000"/>
          </a:xfrm>
        </p:grpSpPr>
        <p:sp>
          <p:nvSpPr>
            <p:cNvPr id="418" name="Google Shape;418;p54"/>
            <p:cNvSpPr/>
            <p:nvPr/>
          </p:nvSpPr>
          <p:spPr>
            <a:xfrm>
              <a:off x="3333750" y="1190625"/>
              <a:ext cx="2476500" cy="2667000"/>
            </a:xfrm>
            <a:prstGeom prst="roundRect">
              <a:avLst>
                <a:gd fmla="val 3076" name="adj"/>
              </a:avLst>
            </a:prstGeom>
            <a:solidFill>
              <a:srgbClr val="EAF3D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9" name="Google Shape;419;p54"/>
            <p:cNvSpPr txBox="1"/>
            <p:nvPr/>
          </p:nvSpPr>
          <p:spPr>
            <a:xfrm>
              <a:off x="3429000" y="1285875"/>
              <a:ext cx="2286000" cy="2476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7500A"/>
                  </a:solidFill>
                  <a:latin typeface="DM Sans"/>
                  <a:ea typeface="DM Sans"/>
                  <a:cs typeface="DM Sans"/>
                  <a:sym typeface="DM Sans"/>
                </a:rPr>
                <a:t>BiLSTM advantages</a:t>
              </a:r>
              <a:endParaRPr b="1" sz="1100">
                <a:solidFill>
                  <a:srgbClr val="27500A"/>
                </a:solidFill>
                <a:latin typeface="DM Sans"/>
                <a:ea typeface="DM Sans"/>
                <a:cs typeface="DM Sans"/>
                <a:sym typeface="DM Sans"/>
              </a:endParaRPr>
            </a:p>
            <a:p>
              <a:pPr indent="0" lvl="0" marL="0" rtl="0" algn="l">
                <a:lnSpc>
                  <a:spcPct val="115000"/>
                </a:lnSpc>
                <a:spcBef>
                  <a:spcPts val="1200"/>
                </a:spcBef>
                <a:spcAft>
                  <a:spcPts val="0"/>
                </a:spcAft>
                <a:buNone/>
              </a:pPr>
              <a:r>
                <a:rPr lang="en-US" sz="1100">
                  <a:highlight>
                    <a:srgbClr val="EEEDFE"/>
                  </a:highlight>
                </a:rPr>
                <a:t>Preserves temporal dynamics</a:t>
              </a:r>
              <a:endParaRPr sz="1100">
                <a:highlight>
                  <a:srgbClr val="EEEDFE"/>
                </a:highlight>
              </a:endParaRPr>
            </a:p>
            <a:p>
              <a:pPr indent="0" lvl="0" marL="0" rtl="0" algn="l">
                <a:lnSpc>
                  <a:spcPct val="115000"/>
                </a:lnSpc>
                <a:spcBef>
                  <a:spcPts val="1200"/>
                </a:spcBef>
                <a:spcAft>
                  <a:spcPts val="0"/>
                </a:spcAft>
                <a:buNone/>
              </a:pPr>
              <a:r>
                <a:rPr lang="en-US" sz="1100">
                  <a:highlight>
                    <a:srgbClr val="EEEDFE"/>
                  </a:highlight>
                </a:rPr>
                <a:t>Learns feature interactions automatically</a:t>
              </a:r>
              <a:endParaRPr sz="1100">
                <a:highlight>
                  <a:srgbClr val="EEEDFE"/>
                </a:highlight>
              </a:endParaRPr>
            </a:p>
            <a:p>
              <a:pPr indent="0" lvl="0" marL="0" rtl="0" algn="l">
                <a:lnSpc>
                  <a:spcPct val="115000"/>
                </a:lnSpc>
                <a:spcBef>
                  <a:spcPts val="1200"/>
                </a:spcBef>
                <a:spcAft>
                  <a:spcPts val="0"/>
                </a:spcAft>
                <a:buNone/>
              </a:pPr>
              <a:r>
                <a:rPr lang="en-US" sz="1100">
                  <a:highlight>
                    <a:srgbClr val="EEEDFE"/>
                  </a:highlight>
                </a:rPr>
                <a:t>Scales with more data</a:t>
              </a:r>
              <a:endParaRPr sz="1100">
                <a:highlight>
                  <a:srgbClr val="EEEDFE"/>
                </a:highlight>
              </a:endParaRPr>
            </a:p>
            <a:p>
              <a:pPr indent="0" lvl="0" marL="0" rtl="0" algn="l">
                <a:lnSpc>
                  <a:spcPct val="115000"/>
                </a:lnSpc>
                <a:spcBef>
                  <a:spcPts val="1200"/>
                </a:spcBef>
                <a:spcAft>
                  <a:spcPts val="0"/>
                </a:spcAft>
                <a:buNone/>
              </a:pPr>
              <a:r>
                <a:rPr lang="en-US" sz="1100">
                  <a:highlight>
                    <a:srgbClr val="EEEDFE"/>
                  </a:highlight>
                </a:rPr>
                <a:t>Accuracy improves significantly with larger datasets unlike SVM</a:t>
              </a:r>
              <a:endParaRPr sz="1100">
                <a:highlight>
                  <a:srgbClr val="EEEDFE"/>
                </a:highlight>
              </a:endParaRPr>
            </a:p>
            <a:p>
              <a:pPr indent="0" lvl="0" marL="0" rtl="0" algn="l">
                <a:lnSpc>
                  <a:spcPct val="115000"/>
                </a:lnSpc>
                <a:spcBef>
                  <a:spcPts val="1200"/>
                </a:spcBef>
                <a:spcAft>
                  <a:spcPts val="0"/>
                </a:spcAft>
                <a:buNone/>
              </a:pPr>
              <a:r>
                <a:t/>
              </a:r>
              <a:endParaRPr sz="1100">
                <a:solidFill>
                  <a:srgbClr val="333333"/>
                </a:solidFill>
                <a:latin typeface="DM Sans"/>
                <a:ea typeface="DM Sans"/>
                <a:cs typeface="DM Sans"/>
                <a:sym typeface="DM Sans"/>
              </a:endParaRPr>
            </a:p>
            <a:p>
              <a:pPr indent="0" lvl="0" marL="457200" rtl="0" algn="l">
                <a:spcBef>
                  <a:spcPts val="1200"/>
                </a:spcBef>
                <a:spcAft>
                  <a:spcPts val="0"/>
                </a:spcAft>
                <a:buNone/>
              </a:pPr>
              <a:r>
                <a:t/>
              </a:r>
              <a:endParaRPr sz="1100">
                <a:solidFill>
                  <a:srgbClr val="333333"/>
                </a:solidFill>
                <a:latin typeface="DM Sans"/>
                <a:ea typeface="DM Sans"/>
                <a:cs typeface="DM Sans"/>
                <a:sym typeface="DM Sans"/>
              </a:endParaRPr>
            </a:p>
          </p:txBody>
        </p:sp>
      </p:grpSp>
      <p:grpSp>
        <p:nvGrpSpPr>
          <p:cNvPr id="420" name="Google Shape;420;p54"/>
          <p:cNvGrpSpPr/>
          <p:nvPr/>
        </p:nvGrpSpPr>
        <p:grpSpPr>
          <a:xfrm>
            <a:off x="5953125" y="1190625"/>
            <a:ext cx="2476500" cy="2667000"/>
            <a:chOff x="5953125" y="1190625"/>
            <a:chExt cx="2476500" cy="2667000"/>
          </a:xfrm>
        </p:grpSpPr>
        <p:sp>
          <p:nvSpPr>
            <p:cNvPr id="421" name="Google Shape;421;p54"/>
            <p:cNvSpPr/>
            <p:nvPr/>
          </p:nvSpPr>
          <p:spPr>
            <a:xfrm>
              <a:off x="5953125" y="1190625"/>
              <a:ext cx="2476500" cy="2667000"/>
            </a:xfrm>
            <a:prstGeom prst="roundRect">
              <a:avLst>
                <a:gd fmla="val 3076" name="adj"/>
              </a:avLst>
            </a:prstGeom>
            <a:solidFill>
              <a:srgbClr val="FCEB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2" name="Google Shape;422;p54"/>
            <p:cNvSpPr txBox="1"/>
            <p:nvPr/>
          </p:nvSpPr>
          <p:spPr>
            <a:xfrm>
              <a:off x="6048375" y="1285875"/>
              <a:ext cx="2286000" cy="2476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A32D2D"/>
                  </a:solidFill>
                  <a:latin typeface="DM Sans"/>
                  <a:ea typeface="DM Sans"/>
                  <a:cs typeface="DM Sans"/>
                  <a:sym typeface="DM Sans"/>
                </a:rPr>
                <a:t>BiLSTM limitations</a:t>
              </a:r>
              <a:endParaRPr b="1" sz="1100">
                <a:solidFill>
                  <a:srgbClr val="A32D2D"/>
                </a:solidFill>
                <a:latin typeface="DM Sans"/>
                <a:ea typeface="DM Sans"/>
                <a:cs typeface="DM Sans"/>
                <a:sym typeface="DM Sans"/>
              </a:endParaRPr>
            </a:p>
            <a:p>
              <a:pPr indent="-298450" lvl="0" marL="457200" rtl="0" algn="l">
                <a:spcBef>
                  <a:spcPts val="600"/>
                </a:spcBef>
                <a:spcAft>
                  <a:spcPts val="0"/>
                </a:spcAft>
                <a:buClr>
                  <a:srgbClr val="333333"/>
                </a:buClr>
                <a:buSzPts val="1100"/>
                <a:buFont typeface="DM Sans"/>
                <a:buChar char="●"/>
              </a:pPr>
              <a:r>
                <a:rPr lang="en-US" sz="1100">
                  <a:solidFill>
                    <a:srgbClr val="333333"/>
                  </a:solidFill>
                  <a:latin typeface="DM Sans"/>
                  <a:ea typeface="DM Sans"/>
                  <a:cs typeface="DM Sans"/>
                  <a:sym typeface="DM Sans"/>
                </a:rPr>
                <a:t>Needs more data to shine</a:t>
              </a:r>
              <a:endParaRPr sz="1100">
                <a:solidFill>
                  <a:srgbClr val="333333"/>
                </a:solidFill>
                <a:latin typeface="DM Sans"/>
                <a:ea typeface="DM Sans"/>
                <a:cs typeface="DM Sans"/>
                <a:sym typeface="DM Sans"/>
              </a:endParaRPr>
            </a:p>
            <a:p>
              <a:pPr indent="-298450" lvl="0" marL="457200" rtl="0" algn="l">
                <a:spcBef>
                  <a:spcPts val="0"/>
                </a:spcBef>
                <a:spcAft>
                  <a:spcPts val="0"/>
                </a:spcAft>
                <a:buClr>
                  <a:srgbClr val="333333"/>
                </a:buClr>
                <a:buSzPts val="1100"/>
                <a:buFont typeface="DM Sans"/>
                <a:buChar char="●"/>
              </a:pPr>
              <a:r>
                <a:rPr lang="en-US" sz="1100">
                  <a:solidFill>
                    <a:srgbClr val="333333"/>
                  </a:solidFill>
                  <a:latin typeface="DM Sans"/>
                  <a:ea typeface="DM Sans"/>
                  <a:cs typeface="DM Sans"/>
                  <a:sym typeface="DM Sans"/>
                </a:rPr>
                <a:t>Risk of overfitting</a:t>
              </a:r>
              <a:endParaRPr sz="1100">
                <a:solidFill>
                  <a:srgbClr val="333333"/>
                </a:solidFill>
                <a:latin typeface="DM Sans"/>
                <a:ea typeface="DM Sans"/>
                <a:cs typeface="DM Sans"/>
                <a:sym typeface="DM Sans"/>
              </a:endParaRPr>
            </a:p>
            <a:p>
              <a:pPr indent="-298450" lvl="0" marL="457200" rtl="0" algn="l">
                <a:spcBef>
                  <a:spcPts val="600"/>
                </a:spcBef>
                <a:spcAft>
                  <a:spcPts val="0"/>
                </a:spcAft>
                <a:buClr>
                  <a:srgbClr val="333333"/>
                </a:buClr>
                <a:buSzPts val="1100"/>
                <a:buFont typeface="DM Sans"/>
                <a:buChar char="●"/>
              </a:pPr>
              <a:r>
                <a:rPr lang="en-US" sz="1100">
                  <a:solidFill>
                    <a:srgbClr val="333333"/>
                  </a:solidFill>
                  <a:latin typeface="DM Sans"/>
                  <a:ea typeface="DM Sans"/>
                  <a:cs typeface="DM Sans"/>
                  <a:sym typeface="DM Sans"/>
                </a:rPr>
                <a:t>Black box  not interpretable</a:t>
              </a:r>
              <a:endParaRPr sz="1100">
                <a:solidFill>
                  <a:srgbClr val="333333"/>
                </a:solidFill>
                <a:latin typeface="DM Sans"/>
                <a:ea typeface="DM Sans"/>
                <a:cs typeface="DM Sans"/>
                <a:sym typeface="DM Sans"/>
              </a:endParaRPr>
            </a:p>
            <a:p>
              <a:pPr indent="0" lvl="0" marL="457200" rtl="0" algn="l">
                <a:spcBef>
                  <a:spcPts val="0"/>
                </a:spcBef>
                <a:spcAft>
                  <a:spcPts val="0"/>
                </a:spcAft>
                <a:buNone/>
              </a:pPr>
              <a:r>
                <a:rPr lang="en-US" sz="1100">
                  <a:solidFill>
                    <a:srgbClr val="333333"/>
                  </a:solidFill>
                  <a:latin typeface="DM Sans"/>
                  <a:ea typeface="DM Sans"/>
                  <a:cs typeface="DM Sans"/>
                  <a:sym typeface="DM Sans"/>
                </a:rPr>
                <a:t>Cannot tell which frames or features drove the decision</a:t>
              </a:r>
              <a:endParaRPr sz="1100">
                <a:solidFill>
                  <a:srgbClr val="333333"/>
                </a:solidFill>
                <a:latin typeface="DM Sans"/>
                <a:ea typeface="DM Sans"/>
                <a:cs typeface="DM Sans"/>
                <a:sym typeface="DM Sans"/>
              </a:endParaRPr>
            </a:p>
            <a:p>
              <a:pPr indent="0" lvl="0" marL="457200" rtl="0" algn="l">
                <a:spcBef>
                  <a:spcPts val="0"/>
                </a:spcBef>
                <a:spcAft>
                  <a:spcPts val="0"/>
                </a:spcAft>
                <a:buNone/>
              </a:pPr>
              <a:r>
                <a:t/>
              </a:r>
              <a:endParaRPr sz="1100">
                <a:solidFill>
                  <a:srgbClr val="333333"/>
                </a:solidFill>
                <a:latin typeface="DM Sans"/>
                <a:ea typeface="DM Sans"/>
                <a:cs typeface="DM Sans"/>
                <a:sym typeface="DM Sans"/>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55"/>
          <p:cNvSpPr/>
          <p:nvPr/>
        </p:nvSpPr>
        <p:spPr>
          <a:xfrm>
            <a:off x="6534000" y="3914640"/>
            <a:ext cx="1895040" cy="437760"/>
          </a:xfrm>
          <a:prstGeom prst="rect">
            <a:avLst/>
          </a:prstGeom>
          <a:noFill/>
          <a:ln>
            <a:noFill/>
          </a:ln>
        </p:spPr>
        <p:txBody>
          <a:bodyPr anchorCtr="0" anchor="t" bIns="218875" lIns="870823075" spcFirstLastPara="1" rIns="870823075" wrap="square" tIns="218875">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28" name="Google Shape;428;p55"/>
          <p:cNvSpPr/>
          <p:nvPr/>
        </p:nvSpPr>
        <p:spPr>
          <a:xfrm>
            <a:off x="4619520" y="4324320"/>
            <a:ext cx="3809520" cy="294840"/>
          </a:xfrm>
          <a:prstGeom prst="rect">
            <a:avLst/>
          </a:prstGeom>
          <a:noFill/>
          <a:ln>
            <a:noFill/>
          </a:ln>
        </p:spPr>
        <p:txBody>
          <a:bodyPr anchorCtr="0" anchor="t" bIns="147600" lIns="870823075" spcFirstLastPara="1" rIns="870823075" wrap="square" tIns="1476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29" name="Google Shape;429;p55"/>
          <p:cNvSpPr/>
          <p:nvPr/>
        </p:nvSpPr>
        <p:spPr>
          <a:xfrm>
            <a:off x="4657680" y="838080"/>
            <a:ext cx="3771720" cy="266400"/>
          </a:xfrm>
          <a:prstGeom prst="rect">
            <a:avLst/>
          </a:prstGeom>
          <a:noFill/>
          <a:ln>
            <a:noFill/>
          </a:ln>
        </p:spPr>
        <p:txBody>
          <a:bodyPr anchorCtr="0" anchor="t" bIns="133200" lIns="870823075" spcFirstLastPara="1" rIns="870823075" wrap="square" tIns="1332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30" name="Google Shape;430;p55"/>
          <p:cNvSpPr/>
          <p:nvPr/>
        </p:nvSpPr>
        <p:spPr>
          <a:xfrm>
            <a:off x="4657680" y="1143000"/>
            <a:ext cx="3771720" cy="266400"/>
          </a:xfrm>
          <a:prstGeom prst="rect">
            <a:avLst/>
          </a:prstGeom>
          <a:noFill/>
          <a:ln>
            <a:noFill/>
          </a:ln>
        </p:spPr>
        <p:txBody>
          <a:bodyPr anchorCtr="0" anchor="t" bIns="133200" lIns="870823075" spcFirstLastPara="1" rIns="870823075" wrap="square" tIns="1332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31" name="Google Shape;431;p55"/>
          <p:cNvSpPr txBox="1"/>
          <p:nvPr/>
        </p:nvSpPr>
        <p:spPr>
          <a:xfrm>
            <a:off x="1123650" y="4371975"/>
            <a:ext cx="6441000" cy="53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a:t>BiLSTM is trained with mfcc , vop/vep , gci+psmfcc</a:t>
            </a:r>
            <a:endParaRPr/>
          </a:p>
        </p:txBody>
      </p:sp>
      <p:pic>
        <p:nvPicPr>
          <p:cNvPr id="432" name="Google Shape;432;p55"/>
          <p:cNvPicPr preferRelativeResize="0"/>
          <p:nvPr/>
        </p:nvPicPr>
        <p:blipFill>
          <a:blip r:embed="rId3">
            <a:alphaModFix/>
          </a:blip>
          <a:stretch>
            <a:fillRect/>
          </a:stretch>
        </p:blipFill>
        <p:spPr>
          <a:xfrm>
            <a:off x="2275" y="809279"/>
            <a:ext cx="8683762" cy="295297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cxnSp>
        <p:nvCxnSpPr>
          <p:cNvPr id="437" name="Google Shape;437;p56"/>
          <p:cNvCxnSpPr/>
          <p:nvPr/>
        </p:nvCxnSpPr>
        <p:spPr>
          <a:xfrm>
            <a:off x="7160760" y="302760"/>
            <a:ext cx="2079000" cy="300"/>
          </a:xfrm>
          <a:prstGeom prst="straightConnector1">
            <a:avLst/>
          </a:prstGeom>
          <a:noFill/>
          <a:ln cap="flat" cmpd="sng" w="9525">
            <a:solidFill>
              <a:srgbClr val="333333"/>
            </a:solidFill>
            <a:prstDash val="solid"/>
            <a:round/>
            <a:headEnd len="sm" w="sm" type="none"/>
            <a:tailEnd len="sm" w="sm" type="none"/>
          </a:ln>
        </p:spPr>
      </p:cxnSp>
      <p:cxnSp>
        <p:nvCxnSpPr>
          <p:cNvPr id="438" name="Google Shape;438;p56"/>
          <p:cNvCxnSpPr/>
          <p:nvPr/>
        </p:nvCxnSpPr>
        <p:spPr>
          <a:xfrm flipH="1" rot="10800000">
            <a:off x="8768520" y="-27960"/>
            <a:ext cx="300" cy="4632000"/>
          </a:xfrm>
          <a:prstGeom prst="straightConnector1">
            <a:avLst/>
          </a:prstGeom>
          <a:noFill/>
          <a:ln cap="flat" cmpd="sng" w="9525">
            <a:solidFill>
              <a:srgbClr val="333333"/>
            </a:solidFill>
            <a:prstDash val="solid"/>
            <a:round/>
            <a:headEnd len="sm" w="sm" type="none"/>
            <a:tailEnd len="sm" w="sm" type="none"/>
          </a:ln>
        </p:spPr>
      </p:cxnSp>
      <p:grpSp>
        <p:nvGrpSpPr>
          <p:cNvPr id="439" name="Google Shape;439;p56"/>
          <p:cNvGrpSpPr/>
          <p:nvPr/>
        </p:nvGrpSpPr>
        <p:grpSpPr>
          <a:xfrm>
            <a:off x="483950" y="455375"/>
            <a:ext cx="7715400" cy="571500"/>
            <a:chOff x="714375" y="447675"/>
            <a:chExt cx="7715400" cy="571500"/>
          </a:xfrm>
        </p:grpSpPr>
        <p:sp>
          <p:nvSpPr>
            <p:cNvPr id="440" name="Google Shape;440;p56"/>
            <p:cNvSpPr/>
            <p:nvPr/>
          </p:nvSpPr>
          <p:spPr>
            <a:xfrm>
              <a:off x="714375" y="447675"/>
              <a:ext cx="77154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1" name="Google Shape;441;p56"/>
            <p:cNvSpPr txBox="1"/>
            <p:nvPr/>
          </p:nvSpPr>
          <p:spPr>
            <a:xfrm>
              <a:off x="714375" y="447675"/>
              <a:ext cx="77154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2800">
                  <a:solidFill>
                    <a:srgbClr val="333333"/>
                  </a:solidFill>
                  <a:latin typeface="Playfair Display Medium"/>
                  <a:ea typeface="Playfair Display Medium"/>
                  <a:cs typeface="Playfair Display Medium"/>
                  <a:sym typeface="Playfair Display Medium"/>
                </a:rPr>
                <a:t>Future Scope of This Project</a:t>
              </a:r>
              <a:endParaRPr b="0" sz="2800">
                <a:solidFill>
                  <a:srgbClr val="333333"/>
                </a:solidFill>
                <a:latin typeface="Playfair Display Medium"/>
                <a:ea typeface="Playfair Display Medium"/>
                <a:cs typeface="Playfair Display Medium"/>
                <a:sym typeface="Playfair Display Medium"/>
              </a:endParaRPr>
            </a:p>
          </p:txBody>
        </p:sp>
      </p:grpSp>
      <p:grpSp>
        <p:nvGrpSpPr>
          <p:cNvPr id="442" name="Google Shape;442;p56"/>
          <p:cNvGrpSpPr/>
          <p:nvPr/>
        </p:nvGrpSpPr>
        <p:grpSpPr>
          <a:xfrm>
            <a:off x="483950" y="1159590"/>
            <a:ext cx="2476500" cy="1906829"/>
            <a:chOff x="714375" y="1190625"/>
            <a:chExt cx="2476500" cy="3238500"/>
          </a:xfrm>
        </p:grpSpPr>
        <p:sp>
          <p:nvSpPr>
            <p:cNvPr id="443" name="Google Shape;443;p56"/>
            <p:cNvSpPr/>
            <p:nvPr/>
          </p:nvSpPr>
          <p:spPr>
            <a:xfrm>
              <a:off x="714375" y="1190625"/>
              <a:ext cx="2476500" cy="3238500"/>
            </a:xfrm>
            <a:prstGeom prst="roundRect">
              <a:avLst>
                <a:gd fmla="val 3076" name="adj"/>
              </a:avLst>
            </a:prstGeom>
            <a:solidFill>
              <a:srgbClr val="E6F1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4" name="Google Shape;444;p56"/>
            <p:cNvSpPr txBox="1"/>
            <p:nvPr/>
          </p:nvSpPr>
          <p:spPr>
            <a:xfrm>
              <a:off x="809625" y="1285875"/>
              <a:ext cx="2286000" cy="3048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0C447C"/>
                  </a:solidFill>
                  <a:latin typeface="DM Sans"/>
                  <a:ea typeface="DM Sans"/>
                  <a:cs typeface="DM Sans"/>
                  <a:sym typeface="DM Sans"/>
                </a:rPr>
                <a:t>Cross-Language Generalization</a:t>
              </a:r>
              <a:endParaRPr b="1" sz="1200">
                <a:solidFill>
                  <a:srgbClr val="0C447C"/>
                </a:solidFill>
                <a:latin typeface="DM Sans"/>
                <a:ea typeface="DM Sans"/>
                <a:cs typeface="DM Sans"/>
                <a:sym typeface="DM Sans"/>
              </a:endParaRPr>
            </a:p>
            <a:p>
              <a:pPr indent="0" lvl="0" marL="0" rtl="0" algn="l">
                <a:spcBef>
                  <a:spcPts val="1200"/>
                </a:spcBef>
                <a:spcAft>
                  <a:spcPts val="0"/>
                </a:spcAft>
                <a:buNone/>
              </a:pPr>
              <a:r>
                <a:rPr b="1" lang="en-US" sz="1000">
                  <a:solidFill>
                    <a:srgbClr val="333333"/>
                  </a:solidFill>
                  <a:latin typeface="DM Sans"/>
                  <a:ea typeface="DM Sans"/>
                  <a:cs typeface="DM Sans"/>
                  <a:sym typeface="DM Sans"/>
                </a:rPr>
                <a:t>Train on:</a:t>
              </a:r>
              <a:endParaRPr b="1" sz="1000">
                <a:solidFill>
                  <a:srgbClr val="333333"/>
                </a:solidFill>
                <a:latin typeface="DM Sans"/>
                <a:ea typeface="DM Sans"/>
                <a:cs typeface="DM Sans"/>
                <a:sym typeface="DM Sans"/>
              </a:endParaRPr>
            </a:p>
            <a:p>
              <a:pPr indent="-292100" lvl="0" marL="457200" rtl="0" algn="l">
                <a:spcBef>
                  <a:spcPts val="400"/>
                </a:spcBef>
                <a:spcAft>
                  <a:spcPts val="0"/>
                </a:spcAft>
                <a:buClr>
                  <a:srgbClr val="333333"/>
                </a:buClr>
                <a:buSzPts val="1000"/>
                <a:buFont typeface="DM Sans"/>
                <a:buChar char="●"/>
              </a:pPr>
              <a:r>
                <a:rPr b="0" lang="en-US" sz="1000">
                  <a:solidFill>
                    <a:srgbClr val="333333"/>
                  </a:solidFill>
                  <a:latin typeface="DM Sans"/>
                  <a:ea typeface="DM Sans"/>
                  <a:cs typeface="DM Sans"/>
                  <a:sym typeface="DM Sans"/>
                </a:rPr>
                <a:t>Multilingual datasets</a:t>
              </a:r>
              <a:endParaRPr b="0" sz="1000">
                <a:solidFill>
                  <a:srgbClr val="333333"/>
                </a:solidFill>
                <a:latin typeface="DM Sans"/>
                <a:ea typeface="DM Sans"/>
                <a:cs typeface="DM Sans"/>
                <a:sym typeface="DM Sans"/>
              </a:endParaRPr>
            </a:p>
            <a:p>
              <a:pPr indent="0" lvl="0" marL="0" rtl="0" algn="l">
                <a:spcBef>
                  <a:spcPts val="1200"/>
                </a:spcBef>
                <a:spcAft>
                  <a:spcPts val="0"/>
                </a:spcAft>
                <a:buNone/>
              </a:pPr>
              <a:r>
                <a:rPr b="1" lang="en-US" sz="1100">
                  <a:solidFill>
                    <a:srgbClr val="333333"/>
                  </a:solidFill>
                  <a:latin typeface="DM Sans"/>
                  <a:ea typeface="DM Sans"/>
                  <a:cs typeface="DM Sans"/>
                  <a:sym typeface="DM Sans"/>
                </a:rPr>
                <a:t>Improve robustness across:</a:t>
              </a:r>
              <a:endParaRPr b="1" sz="1100">
                <a:solidFill>
                  <a:srgbClr val="333333"/>
                </a:solidFill>
                <a:latin typeface="DM Sans"/>
                <a:ea typeface="DM Sans"/>
                <a:cs typeface="DM Sans"/>
                <a:sym typeface="DM Sans"/>
              </a:endParaRPr>
            </a:p>
            <a:p>
              <a:pPr indent="0" lvl="0" marL="457200" rtl="0" algn="l">
                <a:spcBef>
                  <a:spcPts val="800"/>
                </a:spcBef>
                <a:spcAft>
                  <a:spcPts val="0"/>
                </a:spcAft>
                <a:buNone/>
              </a:pPr>
              <a:r>
                <a:rPr b="0" lang="en-US" sz="1000">
                  <a:solidFill>
                    <a:srgbClr val="333333"/>
                  </a:solidFill>
                  <a:latin typeface="DM Sans"/>
                  <a:ea typeface="DM Sans"/>
                  <a:cs typeface="DM Sans"/>
                  <a:sym typeface="DM Sans"/>
                </a:rPr>
                <a:t>Accents</a:t>
              </a:r>
              <a:endParaRPr b="0" sz="1000">
                <a:solidFill>
                  <a:srgbClr val="333333"/>
                </a:solidFill>
                <a:latin typeface="DM Sans"/>
                <a:ea typeface="DM Sans"/>
                <a:cs typeface="DM Sans"/>
                <a:sym typeface="DM Sans"/>
              </a:endParaRPr>
            </a:p>
            <a:p>
              <a:pPr indent="0" lvl="0" marL="457200" rtl="0" algn="l">
                <a:spcBef>
                  <a:spcPts val="400"/>
                </a:spcBef>
                <a:spcAft>
                  <a:spcPts val="0"/>
                </a:spcAft>
                <a:buNone/>
              </a:pPr>
              <a:r>
                <a:rPr b="0" lang="en-US" sz="1000">
                  <a:solidFill>
                    <a:srgbClr val="333333"/>
                  </a:solidFill>
                  <a:latin typeface="DM Sans"/>
                  <a:ea typeface="DM Sans"/>
                  <a:cs typeface="DM Sans"/>
                  <a:sym typeface="DM Sans"/>
                </a:rPr>
                <a:t>Languages</a:t>
              </a:r>
              <a:endParaRPr b="0" sz="1000">
                <a:solidFill>
                  <a:srgbClr val="333333"/>
                </a:solidFill>
                <a:latin typeface="DM Sans"/>
                <a:ea typeface="DM Sans"/>
                <a:cs typeface="DM Sans"/>
                <a:sym typeface="DM Sans"/>
              </a:endParaRPr>
            </a:p>
            <a:p>
              <a:pPr indent="0" lvl="0" marL="457200" rtl="0" algn="l">
                <a:spcBef>
                  <a:spcPts val="400"/>
                </a:spcBef>
                <a:spcAft>
                  <a:spcPts val="0"/>
                </a:spcAft>
                <a:buNone/>
              </a:pPr>
              <a:r>
                <a:rPr b="0" lang="en-US" sz="1000">
                  <a:solidFill>
                    <a:srgbClr val="333333"/>
                  </a:solidFill>
                  <a:latin typeface="DM Sans"/>
                  <a:ea typeface="DM Sans"/>
                  <a:cs typeface="DM Sans"/>
                  <a:sym typeface="DM Sans"/>
                </a:rPr>
                <a:t>Speaking styles</a:t>
              </a:r>
              <a:endParaRPr b="0" sz="1000">
                <a:solidFill>
                  <a:srgbClr val="333333"/>
                </a:solidFill>
                <a:latin typeface="DM Sans"/>
                <a:ea typeface="DM Sans"/>
                <a:cs typeface="DM Sans"/>
                <a:sym typeface="DM Sans"/>
              </a:endParaRPr>
            </a:p>
          </p:txBody>
        </p:sp>
      </p:grpSp>
      <p:grpSp>
        <p:nvGrpSpPr>
          <p:cNvPr id="445" name="Google Shape;445;p56"/>
          <p:cNvGrpSpPr/>
          <p:nvPr/>
        </p:nvGrpSpPr>
        <p:grpSpPr>
          <a:xfrm>
            <a:off x="3333750" y="1190627"/>
            <a:ext cx="2476500" cy="1829429"/>
            <a:chOff x="3333750" y="1190625"/>
            <a:chExt cx="2476500" cy="3238500"/>
          </a:xfrm>
        </p:grpSpPr>
        <p:sp>
          <p:nvSpPr>
            <p:cNvPr id="446" name="Google Shape;446;p56"/>
            <p:cNvSpPr/>
            <p:nvPr/>
          </p:nvSpPr>
          <p:spPr>
            <a:xfrm>
              <a:off x="3333750" y="1190625"/>
              <a:ext cx="2476500" cy="3238500"/>
            </a:xfrm>
            <a:prstGeom prst="roundRect">
              <a:avLst>
                <a:gd fmla="val 3076" name="adj"/>
              </a:avLst>
            </a:prstGeom>
            <a:solidFill>
              <a:srgbClr val="EAF3D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7" name="Google Shape;447;p56"/>
            <p:cNvSpPr txBox="1"/>
            <p:nvPr/>
          </p:nvSpPr>
          <p:spPr>
            <a:xfrm>
              <a:off x="3429000" y="1285875"/>
              <a:ext cx="2286000" cy="3048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27500A"/>
                  </a:solidFill>
                  <a:latin typeface="DM Sans"/>
                  <a:ea typeface="DM Sans"/>
                  <a:cs typeface="DM Sans"/>
                  <a:sym typeface="DM Sans"/>
                </a:rPr>
                <a:t>Attention Mechanism</a:t>
              </a:r>
              <a:endParaRPr b="1" sz="1200">
                <a:solidFill>
                  <a:srgbClr val="27500A"/>
                </a:solidFill>
                <a:latin typeface="DM Sans"/>
                <a:ea typeface="DM Sans"/>
                <a:cs typeface="DM Sans"/>
                <a:sym typeface="DM Sans"/>
              </a:endParaRPr>
            </a:p>
            <a:p>
              <a:pPr indent="0" lvl="0" marL="0" rtl="0" algn="l">
                <a:spcBef>
                  <a:spcPts val="1200"/>
                </a:spcBef>
                <a:spcAft>
                  <a:spcPts val="0"/>
                </a:spcAft>
                <a:buNone/>
              </a:pPr>
              <a:r>
                <a:rPr b="0" lang="en-US" sz="1000">
                  <a:solidFill>
                    <a:srgbClr val="333333"/>
                  </a:solidFill>
                  <a:latin typeface="DM Sans"/>
                  <a:ea typeface="DM Sans"/>
                  <a:cs typeface="DM Sans"/>
                  <a:sym typeface="DM Sans"/>
                </a:rPr>
                <a:t>Add attention on top of BiLSTM</a:t>
              </a:r>
              <a:endParaRPr b="0" sz="1000">
                <a:solidFill>
                  <a:srgbClr val="333333"/>
                </a:solidFill>
                <a:latin typeface="DM Sans"/>
                <a:ea typeface="DM Sans"/>
                <a:cs typeface="DM Sans"/>
                <a:sym typeface="DM Sans"/>
              </a:endParaRPr>
            </a:p>
            <a:p>
              <a:pPr indent="-292100" lvl="0" marL="457200" rtl="0" algn="l">
                <a:spcBef>
                  <a:spcPts val="800"/>
                </a:spcBef>
                <a:spcAft>
                  <a:spcPts val="0"/>
                </a:spcAft>
                <a:buClr>
                  <a:srgbClr val="333333"/>
                </a:buClr>
                <a:buSzPts val="1000"/>
                <a:buFont typeface="DM Sans"/>
                <a:buChar char="●"/>
              </a:pPr>
              <a:r>
                <a:rPr b="0" lang="en-US" sz="1000">
                  <a:solidFill>
                    <a:srgbClr val="333333"/>
                  </a:solidFill>
                  <a:latin typeface="DM Sans"/>
                  <a:ea typeface="DM Sans"/>
                  <a:cs typeface="DM Sans"/>
                  <a:sym typeface="DM Sans"/>
                </a:rPr>
                <a:t>Focus on </a:t>
              </a:r>
              <a:r>
                <a:rPr b="1" lang="en-US" sz="1000">
                  <a:solidFill>
                    <a:srgbClr val="333333"/>
                  </a:solidFill>
                  <a:latin typeface="DM Sans"/>
                  <a:ea typeface="DM Sans"/>
                  <a:cs typeface="DM Sans"/>
                  <a:sym typeface="DM Sans"/>
                </a:rPr>
                <a:t>emotionally important frames</a:t>
              </a:r>
              <a:endParaRPr b="0" sz="1000">
                <a:solidFill>
                  <a:srgbClr val="333333"/>
                </a:solidFill>
                <a:latin typeface="DM Sans"/>
                <a:ea typeface="DM Sans"/>
                <a:cs typeface="DM Sans"/>
                <a:sym typeface="DM Sans"/>
              </a:endParaRPr>
            </a:p>
          </p:txBody>
        </p:sp>
      </p:grpSp>
      <p:grpSp>
        <p:nvGrpSpPr>
          <p:cNvPr id="448" name="Google Shape;448;p56"/>
          <p:cNvGrpSpPr/>
          <p:nvPr/>
        </p:nvGrpSpPr>
        <p:grpSpPr>
          <a:xfrm>
            <a:off x="5953125" y="1190599"/>
            <a:ext cx="2476500" cy="1829429"/>
            <a:chOff x="5953125" y="1190625"/>
            <a:chExt cx="2476500" cy="3238500"/>
          </a:xfrm>
        </p:grpSpPr>
        <p:sp>
          <p:nvSpPr>
            <p:cNvPr id="449" name="Google Shape;449;p56"/>
            <p:cNvSpPr/>
            <p:nvPr/>
          </p:nvSpPr>
          <p:spPr>
            <a:xfrm>
              <a:off x="5953125" y="1190625"/>
              <a:ext cx="2476500" cy="3238500"/>
            </a:xfrm>
            <a:prstGeom prst="roundRect">
              <a:avLst>
                <a:gd fmla="val 3076" name="adj"/>
              </a:avLst>
            </a:prstGeom>
            <a:solidFill>
              <a:srgbClr val="FCEB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0" name="Google Shape;450;p56"/>
            <p:cNvSpPr txBox="1"/>
            <p:nvPr/>
          </p:nvSpPr>
          <p:spPr>
            <a:xfrm>
              <a:off x="6048375" y="1285875"/>
              <a:ext cx="2286000" cy="3048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A32D2D"/>
                  </a:solidFill>
                  <a:latin typeface="DM Sans"/>
                  <a:ea typeface="DM Sans"/>
                  <a:cs typeface="DM Sans"/>
                  <a:sym typeface="DM Sans"/>
                </a:rPr>
                <a:t> Transformer Models</a:t>
              </a:r>
              <a:endParaRPr b="1" sz="1200">
                <a:solidFill>
                  <a:srgbClr val="A32D2D"/>
                </a:solidFill>
                <a:latin typeface="DM Sans"/>
                <a:ea typeface="DM Sans"/>
                <a:cs typeface="DM Sans"/>
                <a:sym typeface="DM Sans"/>
              </a:endParaRPr>
            </a:p>
            <a:p>
              <a:pPr indent="0" lvl="0" marL="0" rtl="0" algn="l">
                <a:spcBef>
                  <a:spcPts val="1200"/>
                </a:spcBef>
                <a:spcAft>
                  <a:spcPts val="0"/>
                </a:spcAft>
                <a:buNone/>
              </a:pPr>
              <a:r>
                <a:rPr b="1" lang="en-US" sz="1000">
                  <a:solidFill>
                    <a:srgbClr val="333333"/>
                  </a:solidFill>
                  <a:latin typeface="DM Sans"/>
                  <a:ea typeface="DM Sans"/>
                  <a:cs typeface="DM Sans"/>
                  <a:sym typeface="DM Sans"/>
                </a:rPr>
                <a:t>Replace BiLSTM with:</a:t>
              </a:r>
              <a:endParaRPr b="1" sz="1000">
                <a:solidFill>
                  <a:srgbClr val="333333"/>
                </a:solidFill>
                <a:latin typeface="DM Sans"/>
                <a:ea typeface="DM Sans"/>
                <a:cs typeface="DM Sans"/>
                <a:sym typeface="DM Sans"/>
              </a:endParaRPr>
            </a:p>
            <a:p>
              <a:pPr indent="-292100" lvl="0" marL="457200" rtl="0" algn="l">
                <a:spcBef>
                  <a:spcPts val="400"/>
                </a:spcBef>
                <a:spcAft>
                  <a:spcPts val="0"/>
                </a:spcAft>
                <a:buClr>
                  <a:srgbClr val="333333"/>
                </a:buClr>
                <a:buSzPts val="1000"/>
                <a:buFont typeface="DM Sans"/>
                <a:buChar char="●"/>
              </a:pPr>
              <a:r>
                <a:rPr b="0" lang="en-US" sz="1000">
                  <a:solidFill>
                    <a:srgbClr val="333333"/>
                  </a:solidFill>
                  <a:latin typeface="DM Sans"/>
                  <a:ea typeface="DM Sans"/>
                  <a:cs typeface="DM Sans"/>
                  <a:sym typeface="DM Sans"/>
                </a:rPr>
                <a:t>Transformer / Conformer</a:t>
              </a:r>
              <a:endParaRPr b="0" sz="1000">
                <a:solidFill>
                  <a:srgbClr val="333333"/>
                </a:solidFill>
                <a:latin typeface="DM Sans"/>
                <a:ea typeface="DM Sans"/>
                <a:cs typeface="DM Sans"/>
                <a:sym typeface="DM Sans"/>
              </a:endParaRPr>
            </a:p>
            <a:p>
              <a:pPr indent="0" lvl="0" marL="0" rtl="0" algn="l">
                <a:spcBef>
                  <a:spcPts val="1200"/>
                </a:spcBef>
                <a:spcAft>
                  <a:spcPts val="0"/>
                </a:spcAft>
                <a:buNone/>
              </a:pPr>
              <a:r>
                <a:rPr b="1" lang="en-US" sz="1100">
                  <a:solidFill>
                    <a:srgbClr val="333333"/>
                  </a:solidFill>
                  <a:latin typeface="DM Sans"/>
                  <a:ea typeface="DM Sans"/>
                  <a:cs typeface="DM Sans"/>
                  <a:sym typeface="DM Sans"/>
                </a:rPr>
                <a:t> Better long-range dependency modeling</a:t>
              </a:r>
              <a:endParaRPr b="1" sz="1100">
                <a:solidFill>
                  <a:srgbClr val="333333"/>
                </a:solidFill>
                <a:latin typeface="DM Sans"/>
                <a:ea typeface="DM Sans"/>
                <a:cs typeface="DM Sans"/>
                <a:sym typeface="DM Sans"/>
              </a:endParaRPr>
            </a:p>
          </p:txBody>
        </p:sp>
      </p:grpSp>
      <p:sp>
        <p:nvSpPr>
          <p:cNvPr id="451" name="Google Shape;451;p56"/>
          <p:cNvSpPr txBox="1"/>
          <p:nvPr/>
        </p:nvSpPr>
        <p:spPr>
          <a:xfrm>
            <a:off x="514650" y="3902175"/>
            <a:ext cx="7684800" cy="76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300" u="sng">
                <a:solidFill>
                  <a:schemeClr val="hlink"/>
                </a:solidFill>
                <a:hlinkClick r:id="rId3"/>
              </a:rPr>
              <a:t>REPO LINK </a:t>
            </a:r>
            <a:endParaRPr sz="23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57"/>
          <p:cNvSpPr/>
          <p:nvPr/>
        </p:nvSpPr>
        <p:spPr>
          <a:xfrm>
            <a:off x="6534000" y="3914640"/>
            <a:ext cx="1895100" cy="437700"/>
          </a:xfrm>
          <a:prstGeom prst="rect">
            <a:avLst/>
          </a:prstGeom>
          <a:noFill/>
          <a:ln>
            <a:noFill/>
          </a:ln>
        </p:spPr>
        <p:txBody>
          <a:bodyPr anchorCtr="0" anchor="t" bIns="218875" lIns="870823075" spcFirstLastPara="1" rIns="870823075" wrap="square" tIns="218875">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57" name="Google Shape;457;p57"/>
          <p:cNvSpPr/>
          <p:nvPr/>
        </p:nvSpPr>
        <p:spPr>
          <a:xfrm>
            <a:off x="4619520" y="4324320"/>
            <a:ext cx="3809400" cy="294900"/>
          </a:xfrm>
          <a:prstGeom prst="rect">
            <a:avLst/>
          </a:prstGeom>
          <a:noFill/>
          <a:ln>
            <a:noFill/>
          </a:ln>
        </p:spPr>
        <p:txBody>
          <a:bodyPr anchorCtr="0" anchor="t" bIns="147600" lIns="870823075" spcFirstLastPara="1" rIns="870823075" wrap="square" tIns="1476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58" name="Google Shape;458;p57"/>
          <p:cNvSpPr/>
          <p:nvPr/>
        </p:nvSpPr>
        <p:spPr>
          <a:xfrm>
            <a:off x="4657680" y="542880"/>
            <a:ext cx="3771600" cy="266400"/>
          </a:xfrm>
          <a:prstGeom prst="rect">
            <a:avLst/>
          </a:prstGeom>
          <a:noFill/>
          <a:ln>
            <a:noFill/>
          </a:ln>
        </p:spPr>
        <p:txBody>
          <a:bodyPr anchorCtr="0" anchor="t" bIns="133200" lIns="870823075" spcFirstLastPara="1" rIns="870823075" wrap="square" tIns="1332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59" name="Google Shape;459;p57"/>
          <p:cNvSpPr/>
          <p:nvPr/>
        </p:nvSpPr>
        <p:spPr>
          <a:xfrm>
            <a:off x="4657680" y="838080"/>
            <a:ext cx="3771600" cy="266400"/>
          </a:xfrm>
          <a:prstGeom prst="rect">
            <a:avLst/>
          </a:prstGeom>
          <a:noFill/>
          <a:ln>
            <a:noFill/>
          </a:ln>
        </p:spPr>
        <p:txBody>
          <a:bodyPr anchorCtr="0" anchor="t" bIns="133200" lIns="870823075" spcFirstLastPara="1" rIns="870823075" wrap="square" tIns="1332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60" name="Google Shape;460;p57"/>
          <p:cNvSpPr/>
          <p:nvPr/>
        </p:nvSpPr>
        <p:spPr>
          <a:xfrm>
            <a:off x="4657680" y="1143000"/>
            <a:ext cx="3771600" cy="266400"/>
          </a:xfrm>
          <a:prstGeom prst="rect">
            <a:avLst/>
          </a:prstGeom>
          <a:noFill/>
          <a:ln>
            <a:noFill/>
          </a:ln>
        </p:spPr>
        <p:txBody>
          <a:bodyPr anchorCtr="0" anchor="t" bIns="133200" lIns="870823075" spcFirstLastPara="1" rIns="870823075" wrap="square" tIns="1332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61" name="Google Shape;461;p57"/>
          <p:cNvSpPr txBox="1"/>
          <p:nvPr/>
        </p:nvSpPr>
        <p:spPr>
          <a:xfrm>
            <a:off x="1104475" y="1672129"/>
            <a:ext cx="6323400" cy="120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3500"/>
              <a:t>Thank You</a:t>
            </a:r>
            <a:endParaRPr sz="3900"/>
          </a:p>
        </p:txBody>
      </p:sp>
      <p:sp>
        <p:nvSpPr>
          <p:cNvPr id="462" name="Google Shape;462;p57"/>
          <p:cNvSpPr txBox="1"/>
          <p:nvPr/>
        </p:nvSpPr>
        <p:spPr>
          <a:xfrm>
            <a:off x="4494850" y="4361025"/>
            <a:ext cx="3636900" cy="53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rmal and Professional Portfolio by Slidesgo">
  <a:themeElements>
    <a:clrScheme name="Simple Light">
      <a:dk1>
        <a:srgbClr val="333333"/>
      </a:dk1>
      <a:lt1>
        <a:srgbClr val="F7F4F1"/>
      </a:lt1>
      <a:dk2>
        <a:srgbClr val="444444"/>
      </a:dk2>
      <a:lt2>
        <a:srgbClr val="555555"/>
      </a:lt2>
      <a:accent1>
        <a:srgbClr val="666666"/>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Formal and Professional Portfolio by Slidesgo">
  <a:themeElements>
    <a:clrScheme name="Simple Light">
      <a:dk1>
        <a:srgbClr val="333333"/>
      </a:dk1>
      <a:lt1>
        <a:srgbClr val="F7F4F1"/>
      </a:lt1>
      <a:dk2>
        <a:srgbClr val="444444"/>
      </a:dk2>
      <a:lt2>
        <a:srgbClr val="555555"/>
      </a:lt2>
      <a:accent1>
        <a:srgbClr val="666666"/>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Formal and Professional Portfolio by Slidesgo">
  <a:themeElements>
    <a:clrScheme name="Simple Light">
      <a:dk1>
        <a:srgbClr val="333333"/>
      </a:dk1>
      <a:lt1>
        <a:srgbClr val="F7F4F1"/>
      </a:lt1>
      <a:dk2>
        <a:srgbClr val="444444"/>
      </a:dk2>
      <a:lt2>
        <a:srgbClr val="555555"/>
      </a:lt2>
      <a:accent1>
        <a:srgbClr val="666666"/>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Formal and Professional Portfolio by Slidesgo">
  <a:themeElements>
    <a:clrScheme name="Simple Light">
      <a:dk1>
        <a:srgbClr val="333333"/>
      </a:dk1>
      <a:lt1>
        <a:srgbClr val="F7F4F1"/>
      </a:lt1>
      <a:dk2>
        <a:srgbClr val="444444"/>
      </a:dk2>
      <a:lt2>
        <a:srgbClr val="555555"/>
      </a:lt2>
      <a:accent1>
        <a:srgbClr val="666666"/>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Formal and Professional Portfolio by Slidesgo">
  <a:themeElements>
    <a:clrScheme name="Simple Light">
      <a:dk1>
        <a:srgbClr val="333333"/>
      </a:dk1>
      <a:lt1>
        <a:srgbClr val="F7F4F1"/>
      </a:lt1>
      <a:dk2>
        <a:srgbClr val="444444"/>
      </a:dk2>
      <a:lt2>
        <a:srgbClr val="555555"/>
      </a:lt2>
      <a:accent1>
        <a:srgbClr val="666666"/>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